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70" r:id="rId1"/>
    <p:sldMasterId id="2147483671" r:id="rId2"/>
  </p:sldMasterIdLst>
  <p:notesMasterIdLst>
    <p:notesMasterId r:id="rId16"/>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83BBA6-59BB-45B3-B047-E0D3F677F0B0}">
  <a:tblStyle styleId="{5983BBA6-59BB-45B3-B047-E0D3F677F0B0}"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FAECE6"/>
          </a:solidFill>
        </a:fill>
      </a:tcStyle>
    </a:wholeTbl>
    <a:band1H>
      <a:tcTxStyle/>
      <a:tcStyle>
        <a:tcBdr/>
        <a:fill>
          <a:solidFill>
            <a:srgbClr val="F5D8CA"/>
          </a:solidFill>
        </a:fill>
      </a:tcStyle>
    </a:band1H>
    <a:band2H>
      <a:tcTxStyle/>
      <a:tcStyle>
        <a:tcBdr/>
      </a:tcStyle>
    </a:band2H>
    <a:band1V>
      <a:tcTxStyle/>
      <a:tcStyle>
        <a:tcBdr/>
        <a:fill>
          <a:solidFill>
            <a:srgbClr val="F5D8CA"/>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 styleId="{0806DBE0-F09E-4973-A36D-4656862F037F}" styleName="Table_1">
    <a:wholeTbl>
      <a:tcTxStyle>
        <a:font>
          <a:latin typeface="Arial"/>
          <a:ea typeface="Arial"/>
          <a:cs typeface="Arial"/>
        </a:font>
        <a:srgbClr val="000000"/>
      </a:tcTxStyle>
      <a:tcStyle>
        <a:tcBdr>
          <a:left>
            <a:ln w="6350" cap="flat" cmpd="sng">
              <a:solidFill>
                <a:srgbClr val="000000"/>
              </a:solidFill>
              <a:prstDash val="solid"/>
              <a:round/>
              <a:headEnd type="none" w="sm" len="sm"/>
              <a:tailEnd type="none" w="sm" len="sm"/>
            </a:ln>
          </a:left>
          <a:right>
            <a:ln w="6350" cap="flat" cmpd="sng">
              <a:solidFill>
                <a:srgbClr val="000000"/>
              </a:solidFill>
              <a:prstDash val="solid"/>
              <a:round/>
              <a:headEnd type="none" w="sm" len="sm"/>
              <a:tailEnd type="none" w="sm" len="sm"/>
            </a:ln>
          </a:right>
          <a:top>
            <a:ln w="6350" cap="flat" cmpd="sng">
              <a:solidFill>
                <a:srgbClr val="000000"/>
              </a:solidFill>
              <a:prstDash val="solid"/>
              <a:round/>
              <a:headEnd type="none" w="sm" len="sm"/>
              <a:tailEnd type="none" w="sm" len="sm"/>
            </a:ln>
          </a:top>
          <a:bottom>
            <a:ln w="6350" cap="flat" cmpd="sng">
              <a:solidFill>
                <a:srgbClr val="000000"/>
              </a:solidFill>
              <a:prstDash val="solid"/>
              <a:round/>
              <a:headEnd type="none" w="sm" len="sm"/>
              <a:tailEnd type="none" w="sm" len="sm"/>
            </a:ln>
          </a:bottom>
          <a:insideH>
            <a:ln w="6350" cap="flat" cmpd="sng">
              <a:solidFill>
                <a:srgbClr val="000000"/>
              </a:solidFill>
              <a:prstDash val="solid"/>
              <a:round/>
              <a:headEnd type="none" w="sm" len="sm"/>
              <a:tailEnd type="none" w="sm" len="sm"/>
            </a:ln>
          </a:insideH>
          <a:insideV>
            <a:ln w="6350"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7" d="100"/>
          <a:sy n="97" d="100"/>
        </p:scale>
        <p:origin x="606" y="84"/>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g14a470c394d_2_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4" name="Google Shape;144;g14a470c394d_2_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g14a470c394d_2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5" name="Google Shape;155;g14a470c394d_2_10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14a470c394d_2_1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1" name="Google Shape;161;g14a470c394d_2_10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g14a470c404d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6" name="Google Shape;166;g14a470c404d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g14a470c404d_0_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2" name="Google Shape;172;g14a470c404d_0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g14a470c404d_0_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7" name="Google Shape;177;g14a470c404d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g14a470c394d_2_1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2" name="Google Shape;182;g14a470c394d_2_11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g14a470c394d_2_1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8" name="Google Shape;188;g14a470c394d_2_11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g14a470c394d_2_1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4" name="Google Shape;194;g14a470c394d_2_12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14a470c394d_2_1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0" name="Google Shape;200;g14a470c394d_2_12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g14a470c394d_2_1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6" name="Google Shape;206;g14a470c394d_2_13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g14a470c394d_2_1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2" name="Google Shape;212;g14a470c394d_2_1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g14a470c394d_2_1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8" name="Google Shape;218;g14a470c394d_2_14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spTree>
      <p:nvGrpSpPr>
        <p:cNvPr id="1" name="Shape 59"/>
        <p:cNvGrpSpPr/>
        <p:nvPr/>
      </p:nvGrpSpPr>
      <p:grpSpPr>
        <a:xfrm>
          <a:off x="0" y="0"/>
          <a:ext cx="0" cy="0"/>
          <a:chOff x="0" y="0"/>
          <a:chExt cx="0" cy="0"/>
        </a:xfrm>
      </p:grpSpPr>
      <p:sp>
        <p:nvSpPr>
          <p:cNvPr id="60" name="Google Shape;60;p14"/>
          <p:cNvSpPr/>
          <p:nvPr/>
        </p:nvSpPr>
        <p:spPr>
          <a:xfrm>
            <a:off x="2381" y="4800600"/>
            <a:ext cx="9141619" cy="342900"/>
          </a:xfrm>
          <a:prstGeom prst="rect">
            <a:avLst/>
          </a:prstGeom>
          <a:solidFill>
            <a:schemeClr val="accent2"/>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61" name="Google Shape;61;p14"/>
          <p:cNvSpPr/>
          <p:nvPr/>
        </p:nvSpPr>
        <p:spPr>
          <a:xfrm>
            <a:off x="11" y="4750737"/>
            <a:ext cx="9141619" cy="48006"/>
          </a:xfrm>
          <a:prstGeom prst="rect">
            <a:avLst/>
          </a:prstGeom>
          <a:solidFill>
            <a:schemeClr val="accent1"/>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62" name="Google Shape;62;p14"/>
          <p:cNvSpPr txBox="1">
            <a:spLocks noGrp="1"/>
          </p:cNvSpPr>
          <p:nvPr>
            <p:ph type="ctrTitle"/>
          </p:nvPr>
        </p:nvSpPr>
        <p:spPr>
          <a:xfrm>
            <a:off x="822960" y="569214"/>
            <a:ext cx="7543800" cy="2674620"/>
          </a:xfrm>
          <a:prstGeom prst="rect">
            <a:avLst/>
          </a:prstGeom>
          <a:noFill/>
          <a:ln>
            <a:noFill/>
          </a:ln>
        </p:spPr>
        <p:txBody>
          <a:bodyPr spcFirstLastPara="1" wrap="square" lIns="68575" tIns="34275" rIns="68575" bIns="34275" anchor="b" anchorCtr="0">
            <a:normAutofit/>
          </a:bodyPr>
          <a:lstStyle>
            <a:lvl1pPr lvl="0" algn="l">
              <a:lnSpc>
                <a:spcPct val="85000"/>
              </a:lnSpc>
              <a:spcBef>
                <a:spcPts val="0"/>
              </a:spcBef>
              <a:spcAft>
                <a:spcPts val="0"/>
              </a:spcAft>
              <a:buClr>
                <a:srgbClr val="262626"/>
              </a:buClr>
              <a:buSzPts val="6000"/>
              <a:buFont typeface="Calibri"/>
              <a:buNone/>
              <a:defRPr sz="6000">
                <a:solidFill>
                  <a:srgbClr val="262626"/>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3" name="Google Shape;63;p14"/>
          <p:cNvSpPr txBox="1">
            <a:spLocks noGrp="1"/>
          </p:cNvSpPr>
          <p:nvPr>
            <p:ph type="subTitle" idx="1"/>
          </p:nvPr>
        </p:nvSpPr>
        <p:spPr>
          <a:xfrm>
            <a:off x="825038" y="3341715"/>
            <a:ext cx="7543800" cy="857250"/>
          </a:xfrm>
          <a:prstGeom prst="rect">
            <a:avLst/>
          </a:prstGeom>
          <a:noFill/>
          <a:ln>
            <a:noFill/>
          </a:ln>
        </p:spPr>
        <p:txBody>
          <a:bodyPr spcFirstLastPara="1" wrap="square" lIns="68575" tIns="34275" rIns="68575" bIns="34275" anchor="t" anchorCtr="0">
            <a:normAutofit/>
          </a:bodyPr>
          <a:lstStyle>
            <a:lvl1pPr lvl="0" algn="l">
              <a:lnSpc>
                <a:spcPct val="90000"/>
              </a:lnSpc>
              <a:spcBef>
                <a:spcPts val="900"/>
              </a:spcBef>
              <a:spcAft>
                <a:spcPts val="0"/>
              </a:spcAft>
              <a:buSzPts val="1800"/>
              <a:buNone/>
              <a:defRPr sz="1800" cap="none">
                <a:solidFill>
                  <a:schemeClr val="dk2"/>
                </a:solidFill>
                <a:latin typeface="Calibri"/>
                <a:ea typeface="Calibri"/>
                <a:cs typeface="Calibri"/>
                <a:sym typeface="Calibri"/>
              </a:defRPr>
            </a:lvl1pPr>
            <a:lvl2pPr lvl="1" algn="ctr">
              <a:lnSpc>
                <a:spcPct val="90000"/>
              </a:lnSpc>
              <a:spcBef>
                <a:spcPts val="200"/>
              </a:spcBef>
              <a:spcAft>
                <a:spcPts val="0"/>
              </a:spcAft>
              <a:buSzPts val="1800"/>
              <a:buNone/>
              <a:defRPr sz="1800"/>
            </a:lvl2pPr>
            <a:lvl3pPr lvl="2" algn="ctr">
              <a:lnSpc>
                <a:spcPct val="90000"/>
              </a:lnSpc>
              <a:spcBef>
                <a:spcPts val="300"/>
              </a:spcBef>
              <a:spcAft>
                <a:spcPts val="0"/>
              </a:spcAft>
              <a:buSzPts val="1800"/>
              <a:buNone/>
              <a:defRPr sz="1800"/>
            </a:lvl3pPr>
            <a:lvl4pPr lvl="3" algn="ctr">
              <a:lnSpc>
                <a:spcPct val="90000"/>
              </a:lnSpc>
              <a:spcBef>
                <a:spcPts val="300"/>
              </a:spcBef>
              <a:spcAft>
                <a:spcPts val="0"/>
              </a:spcAft>
              <a:buSzPts val="1500"/>
              <a:buNone/>
              <a:defRPr sz="1500"/>
            </a:lvl4pPr>
            <a:lvl5pPr lvl="4" algn="ctr">
              <a:lnSpc>
                <a:spcPct val="90000"/>
              </a:lnSpc>
              <a:spcBef>
                <a:spcPts val="300"/>
              </a:spcBef>
              <a:spcAft>
                <a:spcPts val="0"/>
              </a:spcAft>
              <a:buSzPts val="1500"/>
              <a:buNone/>
              <a:defRPr sz="1500"/>
            </a:lvl5pPr>
            <a:lvl6pPr lvl="5" algn="ctr">
              <a:lnSpc>
                <a:spcPct val="90000"/>
              </a:lnSpc>
              <a:spcBef>
                <a:spcPts val="300"/>
              </a:spcBef>
              <a:spcAft>
                <a:spcPts val="0"/>
              </a:spcAft>
              <a:buSzPts val="1500"/>
              <a:buNone/>
              <a:defRPr sz="1500"/>
            </a:lvl6pPr>
            <a:lvl7pPr lvl="6" algn="ctr">
              <a:lnSpc>
                <a:spcPct val="90000"/>
              </a:lnSpc>
              <a:spcBef>
                <a:spcPts val="300"/>
              </a:spcBef>
              <a:spcAft>
                <a:spcPts val="0"/>
              </a:spcAft>
              <a:buSzPts val="1500"/>
              <a:buNone/>
              <a:defRPr sz="1500"/>
            </a:lvl7pPr>
            <a:lvl8pPr lvl="7" algn="ctr">
              <a:lnSpc>
                <a:spcPct val="90000"/>
              </a:lnSpc>
              <a:spcBef>
                <a:spcPts val="300"/>
              </a:spcBef>
              <a:spcAft>
                <a:spcPts val="0"/>
              </a:spcAft>
              <a:buSzPts val="1500"/>
              <a:buNone/>
              <a:defRPr sz="1500"/>
            </a:lvl8pPr>
            <a:lvl9pPr lvl="8" algn="ctr">
              <a:lnSpc>
                <a:spcPct val="90000"/>
              </a:lnSpc>
              <a:spcBef>
                <a:spcPts val="300"/>
              </a:spcBef>
              <a:spcAft>
                <a:spcPts val="300"/>
              </a:spcAft>
              <a:buSzPts val="1500"/>
              <a:buNone/>
              <a:defRPr sz="1500"/>
            </a:lvl9pPr>
          </a:lstStyle>
          <a:p>
            <a:endParaRPr/>
          </a:p>
        </p:txBody>
      </p:sp>
      <p:sp>
        <p:nvSpPr>
          <p:cNvPr id="64" name="Google Shape;64;p14"/>
          <p:cNvSpPr txBox="1">
            <a:spLocks noGrp="1"/>
          </p:cNvSpPr>
          <p:nvPr>
            <p:ph type="dt" idx="10"/>
          </p:nvPr>
        </p:nvSpPr>
        <p:spPr>
          <a:xfrm>
            <a:off x="822960" y="4844839"/>
            <a:ext cx="1854203"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5" name="Google Shape;65;p14"/>
          <p:cNvSpPr txBox="1">
            <a:spLocks noGrp="1"/>
          </p:cNvSpPr>
          <p:nvPr>
            <p:ph type="ftr" idx="11"/>
          </p:nvPr>
        </p:nvSpPr>
        <p:spPr>
          <a:xfrm>
            <a:off x="2764639" y="4844839"/>
            <a:ext cx="3617103"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6" name="Google Shape;66;p14"/>
          <p:cNvSpPr txBox="1">
            <a:spLocks noGrp="1"/>
          </p:cNvSpPr>
          <p:nvPr>
            <p:ph type="sldNum" idx="12"/>
          </p:nvPr>
        </p:nvSpPr>
        <p:spPr>
          <a:xfrm>
            <a:off x="7425344" y="4844839"/>
            <a:ext cx="984019"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cxnSp>
        <p:nvCxnSpPr>
          <p:cNvPr id="67" name="Google Shape;67;p14"/>
          <p:cNvCxnSpPr/>
          <p:nvPr/>
        </p:nvCxnSpPr>
        <p:spPr>
          <a:xfrm>
            <a:off x="905743" y="3257550"/>
            <a:ext cx="7406640" cy="0"/>
          </a:xfrm>
          <a:prstGeom prst="straightConnector1">
            <a:avLst/>
          </a:prstGeom>
          <a:noFill/>
          <a:ln w="9525" cap="flat" cmpd="sng">
            <a:solidFill>
              <a:srgbClr val="7F7F7F"/>
            </a:solidFill>
            <a:prstDash val="solid"/>
            <a:round/>
            <a:headEnd type="none" w="sm" len="sm"/>
            <a:tailEnd type="none" w="sm" len="sm"/>
          </a:ln>
        </p:spPr>
      </p:cxn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68"/>
        <p:cNvGrpSpPr/>
        <p:nvPr/>
      </p:nvGrpSpPr>
      <p:grpSpPr>
        <a:xfrm>
          <a:off x="0" y="0"/>
          <a:ext cx="0" cy="0"/>
          <a:chOff x="0" y="0"/>
          <a:chExt cx="0" cy="0"/>
        </a:xfrm>
      </p:grpSpPr>
      <p:sp>
        <p:nvSpPr>
          <p:cNvPr id="69" name="Google Shape;69;p15"/>
          <p:cNvSpPr txBox="1">
            <a:spLocks noGrp="1"/>
          </p:cNvSpPr>
          <p:nvPr>
            <p:ph type="title"/>
          </p:nvPr>
        </p:nvSpPr>
        <p:spPr>
          <a:xfrm>
            <a:off x="822960" y="214952"/>
            <a:ext cx="7543800" cy="1088068"/>
          </a:xfrm>
          <a:prstGeom prst="rect">
            <a:avLst/>
          </a:prstGeom>
          <a:noFill/>
          <a:ln>
            <a:noFill/>
          </a:ln>
        </p:spPr>
        <p:txBody>
          <a:bodyPr spcFirstLastPara="1" wrap="square" lIns="68575" tIns="34275" rIns="68575" bIns="34275" anchor="b" anchorCtr="0">
            <a:normAutofit/>
          </a:bodyPr>
          <a:lstStyle>
            <a:lvl1pPr lvl="0" algn="l">
              <a:lnSpc>
                <a:spcPct val="85000"/>
              </a:lnSpc>
              <a:spcBef>
                <a:spcPts val="0"/>
              </a:spcBef>
              <a:spcAft>
                <a:spcPts val="0"/>
              </a:spcAft>
              <a:buClr>
                <a:srgbClr val="3F3F3F"/>
              </a:buClr>
              <a:buSzPts val="3600"/>
              <a:buFont typeface="Calibri"/>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0" name="Google Shape;70;p15"/>
          <p:cNvSpPr txBox="1">
            <a:spLocks noGrp="1"/>
          </p:cNvSpPr>
          <p:nvPr>
            <p:ph type="body" idx="1"/>
          </p:nvPr>
        </p:nvSpPr>
        <p:spPr>
          <a:xfrm>
            <a:off x="822960" y="1384301"/>
            <a:ext cx="7543800" cy="3017520"/>
          </a:xfrm>
          <a:prstGeom prst="rect">
            <a:avLst/>
          </a:prstGeom>
          <a:noFill/>
          <a:ln>
            <a:noFill/>
          </a:ln>
        </p:spPr>
        <p:txBody>
          <a:bodyPr spcFirstLastPara="1" wrap="square" lIns="0" tIns="34275" rIns="0" bIns="34275" anchor="t" anchorCtr="0">
            <a:normAutofit/>
          </a:bodyPr>
          <a:lstStyle>
            <a:lvl1pPr marL="457200" lvl="0" indent="-317500" algn="l">
              <a:lnSpc>
                <a:spcPct val="90000"/>
              </a:lnSpc>
              <a:spcBef>
                <a:spcPts val="900"/>
              </a:spcBef>
              <a:spcAft>
                <a:spcPts val="0"/>
              </a:spcAft>
              <a:buSzPts val="1400"/>
              <a:buChar char=" "/>
              <a:defRPr/>
            </a:lvl1pPr>
            <a:lvl2pPr marL="914400" lvl="1" indent="-317500" algn="l">
              <a:lnSpc>
                <a:spcPct val="90000"/>
              </a:lnSpc>
              <a:spcBef>
                <a:spcPts val="200"/>
              </a:spcBef>
              <a:spcAft>
                <a:spcPts val="0"/>
              </a:spcAft>
              <a:buSzPts val="1400"/>
              <a:buChar char="◦"/>
              <a:defRPr/>
            </a:lvl2pPr>
            <a:lvl3pPr marL="1371600" lvl="2" indent="-317500" algn="l">
              <a:lnSpc>
                <a:spcPct val="90000"/>
              </a:lnSpc>
              <a:spcBef>
                <a:spcPts val="300"/>
              </a:spcBef>
              <a:spcAft>
                <a:spcPts val="0"/>
              </a:spcAft>
              <a:buSzPts val="1400"/>
              <a:buChar char="◦"/>
              <a:defRPr/>
            </a:lvl3pPr>
            <a:lvl4pPr marL="1828800" lvl="3" indent="-317500" algn="l">
              <a:lnSpc>
                <a:spcPct val="90000"/>
              </a:lnSpc>
              <a:spcBef>
                <a:spcPts val="300"/>
              </a:spcBef>
              <a:spcAft>
                <a:spcPts val="0"/>
              </a:spcAft>
              <a:buSzPts val="1400"/>
              <a:buChar char="◦"/>
              <a:defRPr/>
            </a:lvl4pPr>
            <a:lvl5pPr marL="2286000" lvl="4" indent="-317500" algn="l">
              <a:lnSpc>
                <a:spcPct val="90000"/>
              </a:lnSpc>
              <a:spcBef>
                <a:spcPts val="300"/>
              </a:spcBef>
              <a:spcAft>
                <a:spcPts val="0"/>
              </a:spcAft>
              <a:buSzPts val="1400"/>
              <a:buChar char="◦"/>
              <a:defRPr/>
            </a:lvl5pPr>
            <a:lvl6pPr marL="2743200" lvl="5" indent="-317500" algn="l">
              <a:lnSpc>
                <a:spcPct val="90000"/>
              </a:lnSpc>
              <a:spcBef>
                <a:spcPts val="300"/>
              </a:spcBef>
              <a:spcAft>
                <a:spcPts val="0"/>
              </a:spcAft>
              <a:buSzPts val="1400"/>
              <a:buChar char="◦"/>
              <a:defRPr/>
            </a:lvl6pPr>
            <a:lvl7pPr marL="3200400" lvl="6" indent="-317500" algn="l">
              <a:lnSpc>
                <a:spcPct val="90000"/>
              </a:lnSpc>
              <a:spcBef>
                <a:spcPts val="300"/>
              </a:spcBef>
              <a:spcAft>
                <a:spcPts val="0"/>
              </a:spcAft>
              <a:buSzPts val="1400"/>
              <a:buChar char="◦"/>
              <a:defRPr/>
            </a:lvl7pPr>
            <a:lvl8pPr marL="3657600" lvl="7" indent="-317500" algn="l">
              <a:lnSpc>
                <a:spcPct val="90000"/>
              </a:lnSpc>
              <a:spcBef>
                <a:spcPts val="300"/>
              </a:spcBef>
              <a:spcAft>
                <a:spcPts val="0"/>
              </a:spcAft>
              <a:buSzPts val="1400"/>
              <a:buChar char="◦"/>
              <a:defRPr/>
            </a:lvl8pPr>
            <a:lvl9pPr marL="4114800" lvl="8" indent="-317500" algn="l">
              <a:lnSpc>
                <a:spcPct val="90000"/>
              </a:lnSpc>
              <a:spcBef>
                <a:spcPts val="300"/>
              </a:spcBef>
              <a:spcAft>
                <a:spcPts val="300"/>
              </a:spcAft>
              <a:buSzPts val="1400"/>
              <a:buChar char="◦"/>
              <a:defRPr/>
            </a:lvl9pPr>
          </a:lstStyle>
          <a:p>
            <a:endParaRPr/>
          </a:p>
        </p:txBody>
      </p:sp>
      <p:sp>
        <p:nvSpPr>
          <p:cNvPr id="71" name="Google Shape;71;p15"/>
          <p:cNvSpPr txBox="1">
            <a:spLocks noGrp="1"/>
          </p:cNvSpPr>
          <p:nvPr>
            <p:ph type="dt" idx="10"/>
          </p:nvPr>
        </p:nvSpPr>
        <p:spPr>
          <a:xfrm>
            <a:off x="822960" y="4844839"/>
            <a:ext cx="1854203"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2" name="Google Shape;72;p15"/>
          <p:cNvSpPr txBox="1">
            <a:spLocks noGrp="1"/>
          </p:cNvSpPr>
          <p:nvPr>
            <p:ph type="ftr" idx="11"/>
          </p:nvPr>
        </p:nvSpPr>
        <p:spPr>
          <a:xfrm>
            <a:off x="2764639" y="4844839"/>
            <a:ext cx="3617103"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3" name="Google Shape;73;p15"/>
          <p:cNvSpPr txBox="1">
            <a:spLocks noGrp="1"/>
          </p:cNvSpPr>
          <p:nvPr>
            <p:ph type="sldNum" idx="12"/>
          </p:nvPr>
        </p:nvSpPr>
        <p:spPr>
          <a:xfrm>
            <a:off x="7425344" y="4844839"/>
            <a:ext cx="984019"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matchingName="Section Header" type="secHead">
  <p:cSld name="SECTION_HEADER">
    <p:bg>
      <p:bgPr>
        <a:solidFill>
          <a:schemeClr val="lt1"/>
        </a:solidFill>
        <a:effectLst/>
      </p:bgPr>
    </p:bg>
    <p:spTree>
      <p:nvGrpSpPr>
        <p:cNvPr id="1" name="Shape 74"/>
        <p:cNvGrpSpPr/>
        <p:nvPr/>
      </p:nvGrpSpPr>
      <p:grpSpPr>
        <a:xfrm>
          <a:off x="0" y="0"/>
          <a:ext cx="0" cy="0"/>
          <a:chOff x="0" y="0"/>
          <a:chExt cx="0" cy="0"/>
        </a:xfrm>
      </p:grpSpPr>
      <p:sp>
        <p:nvSpPr>
          <p:cNvPr id="75" name="Google Shape;75;p16"/>
          <p:cNvSpPr/>
          <p:nvPr/>
        </p:nvSpPr>
        <p:spPr>
          <a:xfrm>
            <a:off x="2381" y="4800600"/>
            <a:ext cx="9141619" cy="342900"/>
          </a:xfrm>
          <a:prstGeom prst="rect">
            <a:avLst/>
          </a:prstGeom>
          <a:solidFill>
            <a:schemeClr val="accent2"/>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76" name="Google Shape;76;p16"/>
          <p:cNvSpPr/>
          <p:nvPr/>
        </p:nvSpPr>
        <p:spPr>
          <a:xfrm>
            <a:off x="11" y="4750737"/>
            <a:ext cx="9141619" cy="48006"/>
          </a:xfrm>
          <a:prstGeom prst="rect">
            <a:avLst/>
          </a:prstGeom>
          <a:solidFill>
            <a:schemeClr val="accent1"/>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77" name="Google Shape;77;p16"/>
          <p:cNvSpPr txBox="1">
            <a:spLocks noGrp="1"/>
          </p:cNvSpPr>
          <p:nvPr>
            <p:ph type="title"/>
          </p:nvPr>
        </p:nvSpPr>
        <p:spPr>
          <a:xfrm>
            <a:off x="822960" y="569214"/>
            <a:ext cx="7543800" cy="2674620"/>
          </a:xfrm>
          <a:prstGeom prst="rect">
            <a:avLst/>
          </a:prstGeom>
          <a:noFill/>
          <a:ln>
            <a:noFill/>
          </a:ln>
        </p:spPr>
        <p:txBody>
          <a:bodyPr spcFirstLastPara="1" wrap="square" lIns="68575" tIns="34275" rIns="68575" bIns="34275" anchor="b" anchorCtr="0">
            <a:normAutofit/>
          </a:bodyPr>
          <a:lstStyle>
            <a:lvl1pPr lvl="0" algn="l">
              <a:lnSpc>
                <a:spcPct val="85000"/>
              </a:lnSpc>
              <a:spcBef>
                <a:spcPts val="0"/>
              </a:spcBef>
              <a:spcAft>
                <a:spcPts val="0"/>
              </a:spcAft>
              <a:buClr>
                <a:srgbClr val="262626"/>
              </a:buClr>
              <a:buSzPts val="6000"/>
              <a:buFont typeface="Calibri"/>
              <a:buNone/>
              <a:defRPr sz="6000" b="0">
                <a:solidFill>
                  <a:srgbClr val="262626"/>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8" name="Google Shape;78;p16"/>
          <p:cNvSpPr txBox="1">
            <a:spLocks noGrp="1"/>
          </p:cNvSpPr>
          <p:nvPr>
            <p:ph type="body" idx="1"/>
          </p:nvPr>
        </p:nvSpPr>
        <p:spPr>
          <a:xfrm>
            <a:off x="822960" y="3339846"/>
            <a:ext cx="7543800" cy="85725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900"/>
              </a:spcBef>
              <a:spcAft>
                <a:spcPts val="0"/>
              </a:spcAft>
              <a:buSzPts val="1800"/>
              <a:buNone/>
              <a:defRPr sz="1800" cap="none">
                <a:solidFill>
                  <a:schemeClr val="dk2"/>
                </a:solidFill>
                <a:latin typeface="Calibri"/>
                <a:ea typeface="Calibri"/>
                <a:cs typeface="Calibri"/>
                <a:sym typeface="Calibri"/>
              </a:defRPr>
            </a:lvl1pPr>
            <a:lvl2pPr marL="914400" lvl="1" indent="-228600" algn="l">
              <a:lnSpc>
                <a:spcPct val="90000"/>
              </a:lnSpc>
              <a:spcBef>
                <a:spcPts val="200"/>
              </a:spcBef>
              <a:spcAft>
                <a:spcPts val="0"/>
              </a:spcAft>
              <a:buSzPts val="1400"/>
              <a:buNone/>
              <a:defRPr sz="1400">
                <a:solidFill>
                  <a:srgbClr val="888888"/>
                </a:solidFill>
              </a:defRPr>
            </a:lvl2pPr>
            <a:lvl3pPr marL="1371600" lvl="2" indent="-228600" algn="l">
              <a:lnSpc>
                <a:spcPct val="90000"/>
              </a:lnSpc>
              <a:spcBef>
                <a:spcPts val="300"/>
              </a:spcBef>
              <a:spcAft>
                <a:spcPts val="0"/>
              </a:spcAft>
              <a:buSzPts val="1200"/>
              <a:buNone/>
              <a:defRPr sz="1200">
                <a:solidFill>
                  <a:srgbClr val="888888"/>
                </a:solidFill>
              </a:defRPr>
            </a:lvl3pPr>
            <a:lvl4pPr marL="1828800" lvl="3" indent="-228600" algn="l">
              <a:lnSpc>
                <a:spcPct val="90000"/>
              </a:lnSpc>
              <a:spcBef>
                <a:spcPts val="300"/>
              </a:spcBef>
              <a:spcAft>
                <a:spcPts val="0"/>
              </a:spcAft>
              <a:buSzPts val="1100"/>
              <a:buNone/>
              <a:defRPr sz="1100">
                <a:solidFill>
                  <a:srgbClr val="888888"/>
                </a:solidFill>
              </a:defRPr>
            </a:lvl4pPr>
            <a:lvl5pPr marL="2286000" lvl="4" indent="-228600" algn="l">
              <a:lnSpc>
                <a:spcPct val="90000"/>
              </a:lnSpc>
              <a:spcBef>
                <a:spcPts val="300"/>
              </a:spcBef>
              <a:spcAft>
                <a:spcPts val="0"/>
              </a:spcAft>
              <a:buSzPts val="1100"/>
              <a:buNone/>
              <a:defRPr sz="1100">
                <a:solidFill>
                  <a:srgbClr val="888888"/>
                </a:solidFill>
              </a:defRPr>
            </a:lvl5pPr>
            <a:lvl6pPr marL="2743200" lvl="5" indent="-228600" algn="l">
              <a:lnSpc>
                <a:spcPct val="90000"/>
              </a:lnSpc>
              <a:spcBef>
                <a:spcPts val="300"/>
              </a:spcBef>
              <a:spcAft>
                <a:spcPts val="0"/>
              </a:spcAft>
              <a:buSzPts val="1100"/>
              <a:buNone/>
              <a:defRPr sz="1100">
                <a:solidFill>
                  <a:srgbClr val="888888"/>
                </a:solidFill>
              </a:defRPr>
            </a:lvl6pPr>
            <a:lvl7pPr marL="3200400" lvl="6" indent="-228600" algn="l">
              <a:lnSpc>
                <a:spcPct val="90000"/>
              </a:lnSpc>
              <a:spcBef>
                <a:spcPts val="300"/>
              </a:spcBef>
              <a:spcAft>
                <a:spcPts val="0"/>
              </a:spcAft>
              <a:buSzPts val="1100"/>
              <a:buNone/>
              <a:defRPr sz="1100">
                <a:solidFill>
                  <a:srgbClr val="888888"/>
                </a:solidFill>
              </a:defRPr>
            </a:lvl7pPr>
            <a:lvl8pPr marL="3657600" lvl="7" indent="-228600" algn="l">
              <a:lnSpc>
                <a:spcPct val="90000"/>
              </a:lnSpc>
              <a:spcBef>
                <a:spcPts val="300"/>
              </a:spcBef>
              <a:spcAft>
                <a:spcPts val="0"/>
              </a:spcAft>
              <a:buSzPts val="1100"/>
              <a:buNone/>
              <a:defRPr sz="1100">
                <a:solidFill>
                  <a:srgbClr val="888888"/>
                </a:solidFill>
              </a:defRPr>
            </a:lvl8pPr>
            <a:lvl9pPr marL="4114800" lvl="8" indent="-228600" algn="l">
              <a:lnSpc>
                <a:spcPct val="90000"/>
              </a:lnSpc>
              <a:spcBef>
                <a:spcPts val="300"/>
              </a:spcBef>
              <a:spcAft>
                <a:spcPts val="300"/>
              </a:spcAft>
              <a:buSzPts val="1100"/>
              <a:buNone/>
              <a:defRPr sz="1100">
                <a:solidFill>
                  <a:srgbClr val="888888"/>
                </a:solidFill>
              </a:defRPr>
            </a:lvl9pPr>
          </a:lstStyle>
          <a:p>
            <a:endParaRPr/>
          </a:p>
        </p:txBody>
      </p:sp>
      <p:sp>
        <p:nvSpPr>
          <p:cNvPr id="79" name="Google Shape;79;p16"/>
          <p:cNvSpPr txBox="1">
            <a:spLocks noGrp="1"/>
          </p:cNvSpPr>
          <p:nvPr>
            <p:ph type="dt" idx="10"/>
          </p:nvPr>
        </p:nvSpPr>
        <p:spPr>
          <a:xfrm>
            <a:off x="822960" y="4844839"/>
            <a:ext cx="1854203"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80" name="Google Shape;80;p16"/>
          <p:cNvSpPr txBox="1">
            <a:spLocks noGrp="1"/>
          </p:cNvSpPr>
          <p:nvPr>
            <p:ph type="ftr" idx="11"/>
          </p:nvPr>
        </p:nvSpPr>
        <p:spPr>
          <a:xfrm>
            <a:off x="2764639" y="4844839"/>
            <a:ext cx="3617103"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81" name="Google Shape;81;p16"/>
          <p:cNvSpPr txBox="1">
            <a:spLocks noGrp="1"/>
          </p:cNvSpPr>
          <p:nvPr>
            <p:ph type="sldNum" idx="12"/>
          </p:nvPr>
        </p:nvSpPr>
        <p:spPr>
          <a:xfrm>
            <a:off x="7425344" y="4844839"/>
            <a:ext cx="984019"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cxnSp>
        <p:nvCxnSpPr>
          <p:cNvPr id="82" name="Google Shape;82;p16"/>
          <p:cNvCxnSpPr/>
          <p:nvPr/>
        </p:nvCxnSpPr>
        <p:spPr>
          <a:xfrm>
            <a:off x="905743" y="3257550"/>
            <a:ext cx="7406640" cy="0"/>
          </a:xfrm>
          <a:prstGeom prst="straightConnector1">
            <a:avLst/>
          </a:prstGeom>
          <a:noFill/>
          <a:ln w="9525" cap="flat" cmpd="sng">
            <a:solidFill>
              <a:srgbClr val="7F7F7F"/>
            </a:solidFill>
            <a:prstDash val="solid"/>
            <a:round/>
            <a:headEnd type="none" w="sm" len="sm"/>
            <a:tailEnd type="none" w="sm" len="sm"/>
          </a:ln>
        </p:spPr>
      </p:cxn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83"/>
        <p:cNvGrpSpPr/>
        <p:nvPr/>
      </p:nvGrpSpPr>
      <p:grpSpPr>
        <a:xfrm>
          <a:off x="0" y="0"/>
          <a:ext cx="0" cy="0"/>
          <a:chOff x="0" y="0"/>
          <a:chExt cx="0" cy="0"/>
        </a:xfrm>
      </p:grpSpPr>
      <p:sp>
        <p:nvSpPr>
          <p:cNvPr id="84" name="Google Shape;84;p17"/>
          <p:cNvSpPr txBox="1">
            <a:spLocks noGrp="1"/>
          </p:cNvSpPr>
          <p:nvPr>
            <p:ph type="title"/>
          </p:nvPr>
        </p:nvSpPr>
        <p:spPr>
          <a:xfrm>
            <a:off x="822960" y="214952"/>
            <a:ext cx="7543800" cy="1088068"/>
          </a:xfrm>
          <a:prstGeom prst="rect">
            <a:avLst/>
          </a:prstGeom>
          <a:noFill/>
          <a:ln>
            <a:noFill/>
          </a:ln>
        </p:spPr>
        <p:txBody>
          <a:bodyPr spcFirstLastPara="1" wrap="square" lIns="68575" tIns="34275" rIns="68575" bIns="34275" anchor="b" anchorCtr="0">
            <a:normAutofit/>
          </a:bodyPr>
          <a:lstStyle>
            <a:lvl1pPr lvl="0" algn="l">
              <a:lnSpc>
                <a:spcPct val="85000"/>
              </a:lnSpc>
              <a:spcBef>
                <a:spcPts val="0"/>
              </a:spcBef>
              <a:spcAft>
                <a:spcPts val="0"/>
              </a:spcAft>
              <a:buClr>
                <a:srgbClr val="3F3F3F"/>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85" name="Google Shape;85;p17"/>
          <p:cNvSpPr txBox="1">
            <a:spLocks noGrp="1"/>
          </p:cNvSpPr>
          <p:nvPr>
            <p:ph type="body" idx="1"/>
          </p:nvPr>
        </p:nvSpPr>
        <p:spPr>
          <a:xfrm>
            <a:off x="822959" y="1384301"/>
            <a:ext cx="3703320" cy="3017520"/>
          </a:xfrm>
          <a:prstGeom prst="rect">
            <a:avLst/>
          </a:prstGeom>
          <a:noFill/>
          <a:ln>
            <a:noFill/>
          </a:ln>
        </p:spPr>
        <p:txBody>
          <a:bodyPr spcFirstLastPara="1" wrap="square" lIns="0" tIns="34275" rIns="0" bIns="34275" anchor="t" anchorCtr="0">
            <a:normAutofit/>
          </a:bodyPr>
          <a:lstStyle>
            <a:lvl1pPr marL="457200" lvl="0" indent="-317500" algn="l">
              <a:lnSpc>
                <a:spcPct val="90000"/>
              </a:lnSpc>
              <a:spcBef>
                <a:spcPts val="900"/>
              </a:spcBef>
              <a:spcAft>
                <a:spcPts val="0"/>
              </a:spcAft>
              <a:buSzPts val="1400"/>
              <a:buChar char=" "/>
              <a:defRPr/>
            </a:lvl1pPr>
            <a:lvl2pPr marL="914400" lvl="1" indent="-317500" algn="l">
              <a:lnSpc>
                <a:spcPct val="90000"/>
              </a:lnSpc>
              <a:spcBef>
                <a:spcPts val="200"/>
              </a:spcBef>
              <a:spcAft>
                <a:spcPts val="0"/>
              </a:spcAft>
              <a:buSzPts val="1400"/>
              <a:buChar char="◦"/>
              <a:defRPr/>
            </a:lvl2pPr>
            <a:lvl3pPr marL="1371600" lvl="2" indent="-317500" algn="l">
              <a:lnSpc>
                <a:spcPct val="90000"/>
              </a:lnSpc>
              <a:spcBef>
                <a:spcPts val="300"/>
              </a:spcBef>
              <a:spcAft>
                <a:spcPts val="0"/>
              </a:spcAft>
              <a:buSzPts val="1400"/>
              <a:buChar char="◦"/>
              <a:defRPr/>
            </a:lvl3pPr>
            <a:lvl4pPr marL="1828800" lvl="3" indent="-317500" algn="l">
              <a:lnSpc>
                <a:spcPct val="90000"/>
              </a:lnSpc>
              <a:spcBef>
                <a:spcPts val="300"/>
              </a:spcBef>
              <a:spcAft>
                <a:spcPts val="0"/>
              </a:spcAft>
              <a:buSzPts val="1400"/>
              <a:buChar char="◦"/>
              <a:defRPr/>
            </a:lvl4pPr>
            <a:lvl5pPr marL="2286000" lvl="4" indent="-317500" algn="l">
              <a:lnSpc>
                <a:spcPct val="90000"/>
              </a:lnSpc>
              <a:spcBef>
                <a:spcPts val="300"/>
              </a:spcBef>
              <a:spcAft>
                <a:spcPts val="0"/>
              </a:spcAft>
              <a:buSzPts val="1400"/>
              <a:buChar char="◦"/>
              <a:defRPr/>
            </a:lvl5pPr>
            <a:lvl6pPr marL="2743200" lvl="5" indent="-317500" algn="l">
              <a:lnSpc>
                <a:spcPct val="90000"/>
              </a:lnSpc>
              <a:spcBef>
                <a:spcPts val="300"/>
              </a:spcBef>
              <a:spcAft>
                <a:spcPts val="0"/>
              </a:spcAft>
              <a:buSzPts val="1400"/>
              <a:buChar char="◦"/>
              <a:defRPr/>
            </a:lvl6pPr>
            <a:lvl7pPr marL="3200400" lvl="6" indent="-317500" algn="l">
              <a:lnSpc>
                <a:spcPct val="90000"/>
              </a:lnSpc>
              <a:spcBef>
                <a:spcPts val="300"/>
              </a:spcBef>
              <a:spcAft>
                <a:spcPts val="0"/>
              </a:spcAft>
              <a:buSzPts val="1400"/>
              <a:buChar char="◦"/>
              <a:defRPr/>
            </a:lvl7pPr>
            <a:lvl8pPr marL="3657600" lvl="7" indent="-317500" algn="l">
              <a:lnSpc>
                <a:spcPct val="90000"/>
              </a:lnSpc>
              <a:spcBef>
                <a:spcPts val="300"/>
              </a:spcBef>
              <a:spcAft>
                <a:spcPts val="0"/>
              </a:spcAft>
              <a:buSzPts val="1400"/>
              <a:buChar char="◦"/>
              <a:defRPr/>
            </a:lvl8pPr>
            <a:lvl9pPr marL="4114800" lvl="8" indent="-317500" algn="l">
              <a:lnSpc>
                <a:spcPct val="90000"/>
              </a:lnSpc>
              <a:spcBef>
                <a:spcPts val="300"/>
              </a:spcBef>
              <a:spcAft>
                <a:spcPts val="300"/>
              </a:spcAft>
              <a:buSzPts val="1400"/>
              <a:buChar char="◦"/>
              <a:defRPr/>
            </a:lvl9pPr>
          </a:lstStyle>
          <a:p>
            <a:endParaRPr/>
          </a:p>
        </p:txBody>
      </p:sp>
      <p:sp>
        <p:nvSpPr>
          <p:cNvPr id="86" name="Google Shape;86;p17"/>
          <p:cNvSpPr txBox="1">
            <a:spLocks noGrp="1"/>
          </p:cNvSpPr>
          <p:nvPr>
            <p:ph type="body" idx="2"/>
          </p:nvPr>
        </p:nvSpPr>
        <p:spPr>
          <a:xfrm>
            <a:off x="4663440" y="1384301"/>
            <a:ext cx="3703320" cy="3017520"/>
          </a:xfrm>
          <a:prstGeom prst="rect">
            <a:avLst/>
          </a:prstGeom>
          <a:noFill/>
          <a:ln>
            <a:noFill/>
          </a:ln>
        </p:spPr>
        <p:txBody>
          <a:bodyPr spcFirstLastPara="1" wrap="square" lIns="0" tIns="34275" rIns="0" bIns="34275" anchor="t" anchorCtr="0">
            <a:normAutofit/>
          </a:bodyPr>
          <a:lstStyle>
            <a:lvl1pPr marL="457200" lvl="0" indent="-317500" algn="l">
              <a:lnSpc>
                <a:spcPct val="90000"/>
              </a:lnSpc>
              <a:spcBef>
                <a:spcPts val="900"/>
              </a:spcBef>
              <a:spcAft>
                <a:spcPts val="0"/>
              </a:spcAft>
              <a:buSzPts val="1400"/>
              <a:buChar char=" "/>
              <a:defRPr/>
            </a:lvl1pPr>
            <a:lvl2pPr marL="914400" lvl="1" indent="-317500" algn="l">
              <a:lnSpc>
                <a:spcPct val="90000"/>
              </a:lnSpc>
              <a:spcBef>
                <a:spcPts val="200"/>
              </a:spcBef>
              <a:spcAft>
                <a:spcPts val="0"/>
              </a:spcAft>
              <a:buSzPts val="1400"/>
              <a:buChar char="◦"/>
              <a:defRPr/>
            </a:lvl2pPr>
            <a:lvl3pPr marL="1371600" lvl="2" indent="-317500" algn="l">
              <a:lnSpc>
                <a:spcPct val="90000"/>
              </a:lnSpc>
              <a:spcBef>
                <a:spcPts val="300"/>
              </a:spcBef>
              <a:spcAft>
                <a:spcPts val="0"/>
              </a:spcAft>
              <a:buSzPts val="1400"/>
              <a:buChar char="◦"/>
              <a:defRPr/>
            </a:lvl3pPr>
            <a:lvl4pPr marL="1828800" lvl="3" indent="-317500" algn="l">
              <a:lnSpc>
                <a:spcPct val="90000"/>
              </a:lnSpc>
              <a:spcBef>
                <a:spcPts val="300"/>
              </a:spcBef>
              <a:spcAft>
                <a:spcPts val="0"/>
              </a:spcAft>
              <a:buSzPts val="1400"/>
              <a:buChar char="◦"/>
              <a:defRPr/>
            </a:lvl4pPr>
            <a:lvl5pPr marL="2286000" lvl="4" indent="-317500" algn="l">
              <a:lnSpc>
                <a:spcPct val="90000"/>
              </a:lnSpc>
              <a:spcBef>
                <a:spcPts val="300"/>
              </a:spcBef>
              <a:spcAft>
                <a:spcPts val="0"/>
              </a:spcAft>
              <a:buSzPts val="1400"/>
              <a:buChar char="◦"/>
              <a:defRPr/>
            </a:lvl5pPr>
            <a:lvl6pPr marL="2743200" lvl="5" indent="-317500" algn="l">
              <a:lnSpc>
                <a:spcPct val="90000"/>
              </a:lnSpc>
              <a:spcBef>
                <a:spcPts val="300"/>
              </a:spcBef>
              <a:spcAft>
                <a:spcPts val="0"/>
              </a:spcAft>
              <a:buSzPts val="1400"/>
              <a:buChar char="◦"/>
              <a:defRPr/>
            </a:lvl6pPr>
            <a:lvl7pPr marL="3200400" lvl="6" indent="-317500" algn="l">
              <a:lnSpc>
                <a:spcPct val="90000"/>
              </a:lnSpc>
              <a:spcBef>
                <a:spcPts val="300"/>
              </a:spcBef>
              <a:spcAft>
                <a:spcPts val="0"/>
              </a:spcAft>
              <a:buSzPts val="1400"/>
              <a:buChar char="◦"/>
              <a:defRPr/>
            </a:lvl7pPr>
            <a:lvl8pPr marL="3657600" lvl="7" indent="-317500" algn="l">
              <a:lnSpc>
                <a:spcPct val="90000"/>
              </a:lnSpc>
              <a:spcBef>
                <a:spcPts val="300"/>
              </a:spcBef>
              <a:spcAft>
                <a:spcPts val="0"/>
              </a:spcAft>
              <a:buSzPts val="1400"/>
              <a:buChar char="◦"/>
              <a:defRPr/>
            </a:lvl8pPr>
            <a:lvl9pPr marL="4114800" lvl="8" indent="-317500" algn="l">
              <a:lnSpc>
                <a:spcPct val="90000"/>
              </a:lnSpc>
              <a:spcBef>
                <a:spcPts val="300"/>
              </a:spcBef>
              <a:spcAft>
                <a:spcPts val="300"/>
              </a:spcAft>
              <a:buSzPts val="1400"/>
              <a:buChar char="◦"/>
              <a:defRPr/>
            </a:lvl9pPr>
          </a:lstStyle>
          <a:p>
            <a:endParaRPr/>
          </a:p>
        </p:txBody>
      </p:sp>
      <p:sp>
        <p:nvSpPr>
          <p:cNvPr id="87" name="Google Shape;87;p17"/>
          <p:cNvSpPr txBox="1">
            <a:spLocks noGrp="1"/>
          </p:cNvSpPr>
          <p:nvPr>
            <p:ph type="dt" idx="10"/>
          </p:nvPr>
        </p:nvSpPr>
        <p:spPr>
          <a:xfrm>
            <a:off x="822960" y="4844839"/>
            <a:ext cx="1854203"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88" name="Google Shape;88;p17"/>
          <p:cNvSpPr txBox="1">
            <a:spLocks noGrp="1"/>
          </p:cNvSpPr>
          <p:nvPr>
            <p:ph type="ftr" idx="11"/>
          </p:nvPr>
        </p:nvSpPr>
        <p:spPr>
          <a:xfrm>
            <a:off x="2764639" y="4844839"/>
            <a:ext cx="3617103"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89" name="Google Shape;89;p17"/>
          <p:cNvSpPr txBox="1">
            <a:spLocks noGrp="1"/>
          </p:cNvSpPr>
          <p:nvPr>
            <p:ph type="sldNum" idx="12"/>
          </p:nvPr>
        </p:nvSpPr>
        <p:spPr>
          <a:xfrm>
            <a:off x="7425344" y="4844839"/>
            <a:ext cx="984019"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90"/>
        <p:cNvGrpSpPr/>
        <p:nvPr/>
      </p:nvGrpSpPr>
      <p:grpSpPr>
        <a:xfrm>
          <a:off x="0" y="0"/>
          <a:ext cx="0" cy="0"/>
          <a:chOff x="0" y="0"/>
          <a:chExt cx="0" cy="0"/>
        </a:xfrm>
      </p:grpSpPr>
      <p:sp>
        <p:nvSpPr>
          <p:cNvPr id="91" name="Google Shape;91;p18"/>
          <p:cNvSpPr txBox="1">
            <a:spLocks noGrp="1"/>
          </p:cNvSpPr>
          <p:nvPr>
            <p:ph type="title"/>
          </p:nvPr>
        </p:nvSpPr>
        <p:spPr>
          <a:xfrm>
            <a:off x="822960" y="214952"/>
            <a:ext cx="7543800" cy="1088068"/>
          </a:xfrm>
          <a:prstGeom prst="rect">
            <a:avLst/>
          </a:prstGeom>
          <a:noFill/>
          <a:ln>
            <a:noFill/>
          </a:ln>
        </p:spPr>
        <p:txBody>
          <a:bodyPr spcFirstLastPara="1" wrap="square" lIns="68575" tIns="34275" rIns="68575" bIns="34275" anchor="b" anchorCtr="0">
            <a:normAutofit/>
          </a:bodyPr>
          <a:lstStyle>
            <a:lvl1pPr lvl="0" algn="l">
              <a:lnSpc>
                <a:spcPct val="85000"/>
              </a:lnSpc>
              <a:spcBef>
                <a:spcPts val="0"/>
              </a:spcBef>
              <a:spcAft>
                <a:spcPts val="0"/>
              </a:spcAft>
              <a:buClr>
                <a:srgbClr val="3F3F3F"/>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92" name="Google Shape;92;p18"/>
          <p:cNvSpPr txBox="1">
            <a:spLocks noGrp="1"/>
          </p:cNvSpPr>
          <p:nvPr>
            <p:ph type="body" idx="1"/>
          </p:nvPr>
        </p:nvSpPr>
        <p:spPr>
          <a:xfrm>
            <a:off x="822960" y="1384539"/>
            <a:ext cx="3703320" cy="552211"/>
          </a:xfrm>
          <a:prstGeom prst="rect">
            <a:avLst/>
          </a:prstGeom>
          <a:noFill/>
          <a:ln>
            <a:noFill/>
          </a:ln>
        </p:spPr>
        <p:txBody>
          <a:bodyPr spcFirstLastPara="1" wrap="square" lIns="68575" tIns="34275" rIns="68575" bIns="34275" anchor="ctr" anchorCtr="0">
            <a:normAutofit/>
          </a:bodyPr>
          <a:lstStyle>
            <a:lvl1pPr marL="457200" lvl="0" indent="-228600" algn="l">
              <a:lnSpc>
                <a:spcPct val="90000"/>
              </a:lnSpc>
              <a:spcBef>
                <a:spcPts val="900"/>
              </a:spcBef>
              <a:spcAft>
                <a:spcPts val="0"/>
              </a:spcAft>
              <a:buSzPts val="1500"/>
              <a:buNone/>
              <a:defRPr sz="1500" b="0" cap="none">
                <a:solidFill>
                  <a:schemeClr val="dk2"/>
                </a:solidFill>
              </a:defRPr>
            </a:lvl1pPr>
            <a:lvl2pPr marL="914400" lvl="1" indent="-228600" algn="l">
              <a:lnSpc>
                <a:spcPct val="90000"/>
              </a:lnSpc>
              <a:spcBef>
                <a:spcPts val="200"/>
              </a:spcBef>
              <a:spcAft>
                <a:spcPts val="0"/>
              </a:spcAft>
              <a:buSzPts val="1500"/>
              <a:buNone/>
              <a:defRPr sz="1500" b="1"/>
            </a:lvl2pPr>
            <a:lvl3pPr marL="1371600" lvl="2" indent="-228600" algn="l">
              <a:lnSpc>
                <a:spcPct val="90000"/>
              </a:lnSpc>
              <a:spcBef>
                <a:spcPts val="300"/>
              </a:spcBef>
              <a:spcAft>
                <a:spcPts val="0"/>
              </a:spcAft>
              <a:buSzPts val="1400"/>
              <a:buNone/>
              <a:defRPr sz="1400" b="1"/>
            </a:lvl3pPr>
            <a:lvl4pPr marL="1828800" lvl="3" indent="-228600" algn="l">
              <a:lnSpc>
                <a:spcPct val="90000"/>
              </a:lnSpc>
              <a:spcBef>
                <a:spcPts val="300"/>
              </a:spcBef>
              <a:spcAft>
                <a:spcPts val="0"/>
              </a:spcAft>
              <a:buSzPts val="1200"/>
              <a:buNone/>
              <a:defRPr sz="1200" b="1"/>
            </a:lvl4pPr>
            <a:lvl5pPr marL="2286000" lvl="4" indent="-228600" algn="l">
              <a:lnSpc>
                <a:spcPct val="90000"/>
              </a:lnSpc>
              <a:spcBef>
                <a:spcPts val="300"/>
              </a:spcBef>
              <a:spcAft>
                <a:spcPts val="0"/>
              </a:spcAft>
              <a:buSzPts val="1200"/>
              <a:buNone/>
              <a:defRPr sz="1200" b="1"/>
            </a:lvl5pPr>
            <a:lvl6pPr marL="2743200" lvl="5" indent="-228600" algn="l">
              <a:lnSpc>
                <a:spcPct val="90000"/>
              </a:lnSpc>
              <a:spcBef>
                <a:spcPts val="300"/>
              </a:spcBef>
              <a:spcAft>
                <a:spcPts val="0"/>
              </a:spcAft>
              <a:buSzPts val="1200"/>
              <a:buNone/>
              <a:defRPr sz="1200" b="1"/>
            </a:lvl6pPr>
            <a:lvl7pPr marL="3200400" lvl="6" indent="-228600" algn="l">
              <a:lnSpc>
                <a:spcPct val="90000"/>
              </a:lnSpc>
              <a:spcBef>
                <a:spcPts val="300"/>
              </a:spcBef>
              <a:spcAft>
                <a:spcPts val="0"/>
              </a:spcAft>
              <a:buSzPts val="1200"/>
              <a:buNone/>
              <a:defRPr sz="1200" b="1"/>
            </a:lvl7pPr>
            <a:lvl8pPr marL="3657600" lvl="7" indent="-228600" algn="l">
              <a:lnSpc>
                <a:spcPct val="90000"/>
              </a:lnSpc>
              <a:spcBef>
                <a:spcPts val="300"/>
              </a:spcBef>
              <a:spcAft>
                <a:spcPts val="0"/>
              </a:spcAft>
              <a:buSzPts val="1200"/>
              <a:buNone/>
              <a:defRPr sz="1200" b="1"/>
            </a:lvl8pPr>
            <a:lvl9pPr marL="4114800" lvl="8" indent="-228600" algn="l">
              <a:lnSpc>
                <a:spcPct val="90000"/>
              </a:lnSpc>
              <a:spcBef>
                <a:spcPts val="300"/>
              </a:spcBef>
              <a:spcAft>
                <a:spcPts val="300"/>
              </a:spcAft>
              <a:buSzPts val="1200"/>
              <a:buNone/>
              <a:defRPr sz="1200" b="1"/>
            </a:lvl9pPr>
          </a:lstStyle>
          <a:p>
            <a:endParaRPr/>
          </a:p>
        </p:txBody>
      </p:sp>
      <p:sp>
        <p:nvSpPr>
          <p:cNvPr id="93" name="Google Shape;93;p18"/>
          <p:cNvSpPr txBox="1">
            <a:spLocks noGrp="1"/>
          </p:cNvSpPr>
          <p:nvPr>
            <p:ph type="body" idx="2"/>
          </p:nvPr>
        </p:nvSpPr>
        <p:spPr>
          <a:xfrm>
            <a:off x="822960" y="1936751"/>
            <a:ext cx="3703320" cy="2533650"/>
          </a:xfrm>
          <a:prstGeom prst="rect">
            <a:avLst/>
          </a:prstGeom>
          <a:noFill/>
          <a:ln>
            <a:noFill/>
          </a:ln>
        </p:spPr>
        <p:txBody>
          <a:bodyPr spcFirstLastPara="1" wrap="square" lIns="0" tIns="34275" rIns="0" bIns="34275" anchor="t" anchorCtr="0">
            <a:normAutofit/>
          </a:bodyPr>
          <a:lstStyle>
            <a:lvl1pPr marL="457200" lvl="0" indent="-317500" algn="l">
              <a:lnSpc>
                <a:spcPct val="90000"/>
              </a:lnSpc>
              <a:spcBef>
                <a:spcPts val="900"/>
              </a:spcBef>
              <a:spcAft>
                <a:spcPts val="0"/>
              </a:spcAft>
              <a:buSzPts val="1400"/>
              <a:buChar char=" "/>
              <a:defRPr/>
            </a:lvl1pPr>
            <a:lvl2pPr marL="914400" lvl="1" indent="-317500" algn="l">
              <a:lnSpc>
                <a:spcPct val="90000"/>
              </a:lnSpc>
              <a:spcBef>
                <a:spcPts val="200"/>
              </a:spcBef>
              <a:spcAft>
                <a:spcPts val="0"/>
              </a:spcAft>
              <a:buSzPts val="1400"/>
              <a:buChar char="◦"/>
              <a:defRPr/>
            </a:lvl2pPr>
            <a:lvl3pPr marL="1371600" lvl="2" indent="-317500" algn="l">
              <a:lnSpc>
                <a:spcPct val="90000"/>
              </a:lnSpc>
              <a:spcBef>
                <a:spcPts val="300"/>
              </a:spcBef>
              <a:spcAft>
                <a:spcPts val="0"/>
              </a:spcAft>
              <a:buSzPts val="1400"/>
              <a:buChar char="◦"/>
              <a:defRPr/>
            </a:lvl3pPr>
            <a:lvl4pPr marL="1828800" lvl="3" indent="-317500" algn="l">
              <a:lnSpc>
                <a:spcPct val="90000"/>
              </a:lnSpc>
              <a:spcBef>
                <a:spcPts val="300"/>
              </a:spcBef>
              <a:spcAft>
                <a:spcPts val="0"/>
              </a:spcAft>
              <a:buSzPts val="1400"/>
              <a:buChar char="◦"/>
              <a:defRPr/>
            </a:lvl4pPr>
            <a:lvl5pPr marL="2286000" lvl="4" indent="-317500" algn="l">
              <a:lnSpc>
                <a:spcPct val="90000"/>
              </a:lnSpc>
              <a:spcBef>
                <a:spcPts val="300"/>
              </a:spcBef>
              <a:spcAft>
                <a:spcPts val="0"/>
              </a:spcAft>
              <a:buSzPts val="1400"/>
              <a:buChar char="◦"/>
              <a:defRPr/>
            </a:lvl5pPr>
            <a:lvl6pPr marL="2743200" lvl="5" indent="-317500" algn="l">
              <a:lnSpc>
                <a:spcPct val="90000"/>
              </a:lnSpc>
              <a:spcBef>
                <a:spcPts val="300"/>
              </a:spcBef>
              <a:spcAft>
                <a:spcPts val="0"/>
              </a:spcAft>
              <a:buSzPts val="1400"/>
              <a:buChar char="◦"/>
              <a:defRPr/>
            </a:lvl6pPr>
            <a:lvl7pPr marL="3200400" lvl="6" indent="-317500" algn="l">
              <a:lnSpc>
                <a:spcPct val="90000"/>
              </a:lnSpc>
              <a:spcBef>
                <a:spcPts val="300"/>
              </a:spcBef>
              <a:spcAft>
                <a:spcPts val="0"/>
              </a:spcAft>
              <a:buSzPts val="1400"/>
              <a:buChar char="◦"/>
              <a:defRPr/>
            </a:lvl7pPr>
            <a:lvl8pPr marL="3657600" lvl="7" indent="-317500" algn="l">
              <a:lnSpc>
                <a:spcPct val="90000"/>
              </a:lnSpc>
              <a:spcBef>
                <a:spcPts val="300"/>
              </a:spcBef>
              <a:spcAft>
                <a:spcPts val="0"/>
              </a:spcAft>
              <a:buSzPts val="1400"/>
              <a:buChar char="◦"/>
              <a:defRPr/>
            </a:lvl8pPr>
            <a:lvl9pPr marL="4114800" lvl="8" indent="-317500" algn="l">
              <a:lnSpc>
                <a:spcPct val="90000"/>
              </a:lnSpc>
              <a:spcBef>
                <a:spcPts val="300"/>
              </a:spcBef>
              <a:spcAft>
                <a:spcPts val="300"/>
              </a:spcAft>
              <a:buSzPts val="1400"/>
              <a:buChar char="◦"/>
              <a:defRPr/>
            </a:lvl9pPr>
          </a:lstStyle>
          <a:p>
            <a:endParaRPr/>
          </a:p>
        </p:txBody>
      </p:sp>
      <p:sp>
        <p:nvSpPr>
          <p:cNvPr id="94" name="Google Shape;94;p18"/>
          <p:cNvSpPr txBox="1">
            <a:spLocks noGrp="1"/>
          </p:cNvSpPr>
          <p:nvPr>
            <p:ph type="body" idx="3"/>
          </p:nvPr>
        </p:nvSpPr>
        <p:spPr>
          <a:xfrm>
            <a:off x="4663440" y="1384539"/>
            <a:ext cx="3703320" cy="552211"/>
          </a:xfrm>
          <a:prstGeom prst="rect">
            <a:avLst/>
          </a:prstGeom>
          <a:noFill/>
          <a:ln>
            <a:noFill/>
          </a:ln>
        </p:spPr>
        <p:txBody>
          <a:bodyPr spcFirstLastPara="1" wrap="square" lIns="68575" tIns="34275" rIns="68575" bIns="34275" anchor="ctr" anchorCtr="0">
            <a:normAutofit/>
          </a:bodyPr>
          <a:lstStyle>
            <a:lvl1pPr marL="457200" lvl="0" indent="-228600" algn="l">
              <a:lnSpc>
                <a:spcPct val="90000"/>
              </a:lnSpc>
              <a:spcBef>
                <a:spcPts val="900"/>
              </a:spcBef>
              <a:spcAft>
                <a:spcPts val="0"/>
              </a:spcAft>
              <a:buSzPts val="1500"/>
              <a:buNone/>
              <a:defRPr sz="1500" b="0" cap="none">
                <a:solidFill>
                  <a:schemeClr val="dk2"/>
                </a:solidFill>
              </a:defRPr>
            </a:lvl1pPr>
            <a:lvl2pPr marL="914400" lvl="1" indent="-228600" algn="l">
              <a:lnSpc>
                <a:spcPct val="90000"/>
              </a:lnSpc>
              <a:spcBef>
                <a:spcPts val="200"/>
              </a:spcBef>
              <a:spcAft>
                <a:spcPts val="0"/>
              </a:spcAft>
              <a:buSzPts val="1500"/>
              <a:buNone/>
              <a:defRPr sz="1500" b="1"/>
            </a:lvl2pPr>
            <a:lvl3pPr marL="1371600" lvl="2" indent="-228600" algn="l">
              <a:lnSpc>
                <a:spcPct val="90000"/>
              </a:lnSpc>
              <a:spcBef>
                <a:spcPts val="300"/>
              </a:spcBef>
              <a:spcAft>
                <a:spcPts val="0"/>
              </a:spcAft>
              <a:buSzPts val="1400"/>
              <a:buNone/>
              <a:defRPr sz="1400" b="1"/>
            </a:lvl3pPr>
            <a:lvl4pPr marL="1828800" lvl="3" indent="-228600" algn="l">
              <a:lnSpc>
                <a:spcPct val="90000"/>
              </a:lnSpc>
              <a:spcBef>
                <a:spcPts val="300"/>
              </a:spcBef>
              <a:spcAft>
                <a:spcPts val="0"/>
              </a:spcAft>
              <a:buSzPts val="1200"/>
              <a:buNone/>
              <a:defRPr sz="1200" b="1"/>
            </a:lvl4pPr>
            <a:lvl5pPr marL="2286000" lvl="4" indent="-228600" algn="l">
              <a:lnSpc>
                <a:spcPct val="90000"/>
              </a:lnSpc>
              <a:spcBef>
                <a:spcPts val="300"/>
              </a:spcBef>
              <a:spcAft>
                <a:spcPts val="0"/>
              </a:spcAft>
              <a:buSzPts val="1200"/>
              <a:buNone/>
              <a:defRPr sz="1200" b="1"/>
            </a:lvl5pPr>
            <a:lvl6pPr marL="2743200" lvl="5" indent="-228600" algn="l">
              <a:lnSpc>
                <a:spcPct val="90000"/>
              </a:lnSpc>
              <a:spcBef>
                <a:spcPts val="300"/>
              </a:spcBef>
              <a:spcAft>
                <a:spcPts val="0"/>
              </a:spcAft>
              <a:buSzPts val="1200"/>
              <a:buNone/>
              <a:defRPr sz="1200" b="1"/>
            </a:lvl6pPr>
            <a:lvl7pPr marL="3200400" lvl="6" indent="-228600" algn="l">
              <a:lnSpc>
                <a:spcPct val="90000"/>
              </a:lnSpc>
              <a:spcBef>
                <a:spcPts val="300"/>
              </a:spcBef>
              <a:spcAft>
                <a:spcPts val="0"/>
              </a:spcAft>
              <a:buSzPts val="1200"/>
              <a:buNone/>
              <a:defRPr sz="1200" b="1"/>
            </a:lvl7pPr>
            <a:lvl8pPr marL="3657600" lvl="7" indent="-228600" algn="l">
              <a:lnSpc>
                <a:spcPct val="90000"/>
              </a:lnSpc>
              <a:spcBef>
                <a:spcPts val="300"/>
              </a:spcBef>
              <a:spcAft>
                <a:spcPts val="0"/>
              </a:spcAft>
              <a:buSzPts val="1200"/>
              <a:buNone/>
              <a:defRPr sz="1200" b="1"/>
            </a:lvl8pPr>
            <a:lvl9pPr marL="4114800" lvl="8" indent="-228600" algn="l">
              <a:lnSpc>
                <a:spcPct val="90000"/>
              </a:lnSpc>
              <a:spcBef>
                <a:spcPts val="300"/>
              </a:spcBef>
              <a:spcAft>
                <a:spcPts val="300"/>
              </a:spcAft>
              <a:buSzPts val="1200"/>
              <a:buNone/>
              <a:defRPr sz="1200" b="1"/>
            </a:lvl9pPr>
          </a:lstStyle>
          <a:p>
            <a:endParaRPr/>
          </a:p>
        </p:txBody>
      </p:sp>
      <p:sp>
        <p:nvSpPr>
          <p:cNvPr id="95" name="Google Shape;95;p18"/>
          <p:cNvSpPr txBox="1">
            <a:spLocks noGrp="1"/>
          </p:cNvSpPr>
          <p:nvPr>
            <p:ph type="body" idx="4"/>
          </p:nvPr>
        </p:nvSpPr>
        <p:spPr>
          <a:xfrm>
            <a:off x="4663440" y="1936751"/>
            <a:ext cx="3703320" cy="2533650"/>
          </a:xfrm>
          <a:prstGeom prst="rect">
            <a:avLst/>
          </a:prstGeom>
          <a:noFill/>
          <a:ln>
            <a:noFill/>
          </a:ln>
        </p:spPr>
        <p:txBody>
          <a:bodyPr spcFirstLastPara="1" wrap="square" lIns="0" tIns="34275" rIns="0" bIns="34275" anchor="t" anchorCtr="0">
            <a:normAutofit/>
          </a:bodyPr>
          <a:lstStyle>
            <a:lvl1pPr marL="457200" lvl="0" indent="-317500" algn="l">
              <a:lnSpc>
                <a:spcPct val="90000"/>
              </a:lnSpc>
              <a:spcBef>
                <a:spcPts val="900"/>
              </a:spcBef>
              <a:spcAft>
                <a:spcPts val="0"/>
              </a:spcAft>
              <a:buSzPts val="1400"/>
              <a:buChar char=" "/>
              <a:defRPr/>
            </a:lvl1pPr>
            <a:lvl2pPr marL="914400" lvl="1" indent="-317500" algn="l">
              <a:lnSpc>
                <a:spcPct val="90000"/>
              </a:lnSpc>
              <a:spcBef>
                <a:spcPts val="200"/>
              </a:spcBef>
              <a:spcAft>
                <a:spcPts val="0"/>
              </a:spcAft>
              <a:buSzPts val="1400"/>
              <a:buChar char="◦"/>
              <a:defRPr/>
            </a:lvl2pPr>
            <a:lvl3pPr marL="1371600" lvl="2" indent="-317500" algn="l">
              <a:lnSpc>
                <a:spcPct val="90000"/>
              </a:lnSpc>
              <a:spcBef>
                <a:spcPts val="300"/>
              </a:spcBef>
              <a:spcAft>
                <a:spcPts val="0"/>
              </a:spcAft>
              <a:buSzPts val="1400"/>
              <a:buChar char="◦"/>
              <a:defRPr/>
            </a:lvl3pPr>
            <a:lvl4pPr marL="1828800" lvl="3" indent="-317500" algn="l">
              <a:lnSpc>
                <a:spcPct val="90000"/>
              </a:lnSpc>
              <a:spcBef>
                <a:spcPts val="300"/>
              </a:spcBef>
              <a:spcAft>
                <a:spcPts val="0"/>
              </a:spcAft>
              <a:buSzPts val="1400"/>
              <a:buChar char="◦"/>
              <a:defRPr/>
            </a:lvl4pPr>
            <a:lvl5pPr marL="2286000" lvl="4" indent="-317500" algn="l">
              <a:lnSpc>
                <a:spcPct val="90000"/>
              </a:lnSpc>
              <a:spcBef>
                <a:spcPts val="300"/>
              </a:spcBef>
              <a:spcAft>
                <a:spcPts val="0"/>
              </a:spcAft>
              <a:buSzPts val="1400"/>
              <a:buChar char="◦"/>
              <a:defRPr/>
            </a:lvl5pPr>
            <a:lvl6pPr marL="2743200" lvl="5" indent="-317500" algn="l">
              <a:lnSpc>
                <a:spcPct val="90000"/>
              </a:lnSpc>
              <a:spcBef>
                <a:spcPts val="300"/>
              </a:spcBef>
              <a:spcAft>
                <a:spcPts val="0"/>
              </a:spcAft>
              <a:buSzPts val="1400"/>
              <a:buChar char="◦"/>
              <a:defRPr/>
            </a:lvl6pPr>
            <a:lvl7pPr marL="3200400" lvl="6" indent="-317500" algn="l">
              <a:lnSpc>
                <a:spcPct val="90000"/>
              </a:lnSpc>
              <a:spcBef>
                <a:spcPts val="300"/>
              </a:spcBef>
              <a:spcAft>
                <a:spcPts val="0"/>
              </a:spcAft>
              <a:buSzPts val="1400"/>
              <a:buChar char="◦"/>
              <a:defRPr/>
            </a:lvl7pPr>
            <a:lvl8pPr marL="3657600" lvl="7" indent="-317500" algn="l">
              <a:lnSpc>
                <a:spcPct val="90000"/>
              </a:lnSpc>
              <a:spcBef>
                <a:spcPts val="300"/>
              </a:spcBef>
              <a:spcAft>
                <a:spcPts val="0"/>
              </a:spcAft>
              <a:buSzPts val="1400"/>
              <a:buChar char="◦"/>
              <a:defRPr/>
            </a:lvl8pPr>
            <a:lvl9pPr marL="4114800" lvl="8" indent="-317500" algn="l">
              <a:lnSpc>
                <a:spcPct val="90000"/>
              </a:lnSpc>
              <a:spcBef>
                <a:spcPts val="300"/>
              </a:spcBef>
              <a:spcAft>
                <a:spcPts val="300"/>
              </a:spcAft>
              <a:buSzPts val="1400"/>
              <a:buChar char="◦"/>
              <a:defRPr/>
            </a:lvl9pPr>
          </a:lstStyle>
          <a:p>
            <a:endParaRPr/>
          </a:p>
        </p:txBody>
      </p:sp>
      <p:sp>
        <p:nvSpPr>
          <p:cNvPr id="96" name="Google Shape;96;p18"/>
          <p:cNvSpPr txBox="1">
            <a:spLocks noGrp="1"/>
          </p:cNvSpPr>
          <p:nvPr>
            <p:ph type="dt" idx="10"/>
          </p:nvPr>
        </p:nvSpPr>
        <p:spPr>
          <a:xfrm>
            <a:off x="822960" y="4844839"/>
            <a:ext cx="1854203"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97" name="Google Shape;97;p18"/>
          <p:cNvSpPr txBox="1">
            <a:spLocks noGrp="1"/>
          </p:cNvSpPr>
          <p:nvPr>
            <p:ph type="ftr" idx="11"/>
          </p:nvPr>
        </p:nvSpPr>
        <p:spPr>
          <a:xfrm>
            <a:off x="2764639" y="4844839"/>
            <a:ext cx="3617103"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98" name="Google Shape;98;p18"/>
          <p:cNvSpPr txBox="1">
            <a:spLocks noGrp="1"/>
          </p:cNvSpPr>
          <p:nvPr>
            <p:ph type="sldNum" idx="12"/>
          </p:nvPr>
        </p:nvSpPr>
        <p:spPr>
          <a:xfrm>
            <a:off x="7425344" y="4844839"/>
            <a:ext cx="984019"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99"/>
        <p:cNvGrpSpPr/>
        <p:nvPr/>
      </p:nvGrpSpPr>
      <p:grpSpPr>
        <a:xfrm>
          <a:off x="0" y="0"/>
          <a:ext cx="0" cy="0"/>
          <a:chOff x="0" y="0"/>
          <a:chExt cx="0" cy="0"/>
        </a:xfrm>
      </p:grpSpPr>
      <p:sp>
        <p:nvSpPr>
          <p:cNvPr id="100" name="Google Shape;100;p19"/>
          <p:cNvSpPr txBox="1">
            <a:spLocks noGrp="1"/>
          </p:cNvSpPr>
          <p:nvPr>
            <p:ph type="title"/>
          </p:nvPr>
        </p:nvSpPr>
        <p:spPr>
          <a:xfrm>
            <a:off x="822960" y="214952"/>
            <a:ext cx="7543800" cy="1088068"/>
          </a:xfrm>
          <a:prstGeom prst="rect">
            <a:avLst/>
          </a:prstGeom>
          <a:noFill/>
          <a:ln>
            <a:noFill/>
          </a:ln>
        </p:spPr>
        <p:txBody>
          <a:bodyPr spcFirstLastPara="1" wrap="square" lIns="68575" tIns="34275" rIns="68575" bIns="34275" anchor="b" anchorCtr="0">
            <a:normAutofit/>
          </a:bodyPr>
          <a:lstStyle>
            <a:lvl1pPr lvl="0" algn="l">
              <a:lnSpc>
                <a:spcPct val="85000"/>
              </a:lnSpc>
              <a:spcBef>
                <a:spcPts val="0"/>
              </a:spcBef>
              <a:spcAft>
                <a:spcPts val="0"/>
              </a:spcAft>
              <a:buClr>
                <a:srgbClr val="3F3F3F"/>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01" name="Google Shape;101;p19"/>
          <p:cNvSpPr txBox="1">
            <a:spLocks noGrp="1"/>
          </p:cNvSpPr>
          <p:nvPr>
            <p:ph type="dt" idx="10"/>
          </p:nvPr>
        </p:nvSpPr>
        <p:spPr>
          <a:xfrm>
            <a:off x="822960" y="4844839"/>
            <a:ext cx="1854203"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02" name="Google Shape;102;p19"/>
          <p:cNvSpPr txBox="1">
            <a:spLocks noGrp="1"/>
          </p:cNvSpPr>
          <p:nvPr>
            <p:ph type="ftr" idx="11"/>
          </p:nvPr>
        </p:nvSpPr>
        <p:spPr>
          <a:xfrm>
            <a:off x="2764639" y="4844839"/>
            <a:ext cx="3617103"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03" name="Google Shape;103;p19"/>
          <p:cNvSpPr txBox="1">
            <a:spLocks noGrp="1"/>
          </p:cNvSpPr>
          <p:nvPr>
            <p:ph type="sldNum" idx="12"/>
          </p:nvPr>
        </p:nvSpPr>
        <p:spPr>
          <a:xfrm>
            <a:off x="7425344" y="4844839"/>
            <a:ext cx="984019"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matchingName="Blank" type="blank">
  <p:cSld name="BLANK">
    <p:spTree>
      <p:nvGrpSpPr>
        <p:cNvPr id="1" name="Shape 104"/>
        <p:cNvGrpSpPr/>
        <p:nvPr/>
      </p:nvGrpSpPr>
      <p:grpSpPr>
        <a:xfrm>
          <a:off x="0" y="0"/>
          <a:ext cx="0" cy="0"/>
          <a:chOff x="0" y="0"/>
          <a:chExt cx="0" cy="0"/>
        </a:xfrm>
      </p:grpSpPr>
      <p:sp>
        <p:nvSpPr>
          <p:cNvPr id="105" name="Google Shape;105;p20"/>
          <p:cNvSpPr/>
          <p:nvPr/>
        </p:nvSpPr>
        <p:spPr>
          <a:xfrm>
            <a:off x="2381" y="4800600"/>
            <a:ext cx="9141619" cy="342900"/>
          </a:xfrm>
          <a:prstGeom prst="rect">
            <a:avLst/>
          </a:prstGeom>
          <a:solidFill>
            <a:schemeClr val="accent2"/>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06" name="Google Shape;106;p20"/>
          <p:cNvSpPr/>
          <p:nvPr/>
        </p:nvSpPr>
        <p:spPr>
          <a:xfrm>
            <a:off x="11" y="4750737"/>
            <a:ext cx="9141619" cy="48006"/>
          </a:xfrm>
          <a:prstGeom prst="rect">
            <a:avLst/>
          </a:prstGeom>
          <a:solidFill>
            <a:schemeClr val="accent1"/>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07" name="Google Shape;107;p20"/>
          <p:cNvSpPr txBox="1">
            <a:spLocks noGrp="1"/>
          </p:cNvSpPr>
          <p:nvPr>
            <p:ph type="dt" idx="10"/>
          </p:nvPr>
        </p:nvSpPr>
        <p:spPr>
          <a:xfrm>
            <a:off x="822960" y="4844839"/>
            <a:ext cx="1854203"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08" name="Google Shape;108;p20"/>
          <p:cNvSpPr txBox="1">
            <a:spLocks noGrp="1"/>
          </p:cNvSpPr>
          <p:nvPr>
            <p:ph type="ftr" idx="11"/>
          </p:nvPr>
        </p:nvSpPr>
        <p:spPr>
          <a:xfrm>
            <a:off x="2764639" y="4844839"/>
            <a:ext cx="3617103"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solidFill>
                  <a:srgbClr val="FFFFFF"/>
                </a:solidFil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09" name="Google Shape;109;p20"/>
          <p:cNvSpPr txBox="1">
            <a:spLocks noGrp="1"/>
          </p:cNvSpPr>
          <p:nvPr>
            <p:ph type="sldNum" idx="12"/>
          </p:nvPr>
        </p:nvSpPr>
        <p:spPr>
          <a:xfrm>
            <a:off x="7425344" y="4844839"/>
            <a:ext cx="984019"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matchingName="Content with Caption" type="objTx">
  <p:cSld name="OBJECT_WITH_CAPTION_TEXT">
    <p:spTree>
      <p:nvGrpSpPr>
        <p:cNvPr id="1" name="Shape 110"/>
        <p:cNvGrpSpPr/>
        <p:nvPr/>
      </p:nvGrpSpPr>
      <p:grpSpPr>
        <a:xfrm>
          <a:off x="0" y="0"/>
          <a:ext cx="0" cy="0"/>
          <a:chOff x="0" y="0"/>
          <a:chExt cx="0" cy="0"/>
        </a:xfrm>
      </p:grpSpPr>
      <p:sp>
        <p:nvSpPr>
          <p:cNvPr id="111" name="Google Shape;111;p21"/>
          <p:cNvSpPr/>
          <p:nvPr/>
        </p:nvSpPr>
        <p:spPr>
          <a:xfrm>
            <a:off x="12" y="0"/>
            <a:ext cx="3038093" cy="5143500"/>
          </a:xfrm>
          <a:prstGeom prst="rect">
            <a:avLst/>
          </a:prstGeom>
          <a:solidFill>
            <a:schemeClr val="accent2"/>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12" name="Google Shape;112;p21"/>
          <p:cNvSpPr/>
          <p:nvPr/>
        </p:nvSpPr>
        <p:spPr>
          <a:xfrm>
            <a:off x="3030053" y="0"/>
            <a:ext cx="48006" cy="5143500"/>
          </a:xfrm>
          <a:prstGeom prst="rect">
            <a:avLst/>
          </a:prstGeom>
          <a:solidFill>
            <a:schemeClr val="accent1"/>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13" name="Google Shape;113;p21"/>
          <p:cNvSpPr txBox="1">
            <a:spLocks noGrp="1"/>
          </p:cNvSpPr>
          <p:nvPr>
            <p:ph type="title"/>
          </p:nvPr>
        </p:nvSpPr>
        <p:spPr>
          <a:xfrm>
            <a:off x="342900" y="445769"/>
            <a:ext cx="2400300" cy="1714500"/>
          </a:xfrm>
          <a:prstGeom prst="rect">
            <a:avLst/>
          </a:prstGeom>
          <a:noFill/>
          <a:ln>
            <a:noFill/>
          </a:ln>
        </p:spPr>
        <p:txBody>
          <a:bodyPr spcFirstLastPara="1" wrap="square" lIns="68575" tIns="34275" rIns="68575" bIns="34275" anchor="b" anchorCtr="0">
            <a:normAutofit/>
          </a:bodyPr>
          <a:lstStyle>
            <a:lvl1pPr lvl="0" algn="l">
              <a:lnSpc>
                <a:spcPct val="85000"/>
              </a:lnSpc>
              <a:spcBef>
                <a:spcPts val="0"/>
              </a:spcBef>
              <a:spcAft>
                <a:spcPts val="0"/>
              </a:spcAft>
              <a:buClr>
                <a:srgbClr val="FFFFFF"/>
              </a:buClr>
              <a:buSzPts val="2700"/>
              <a:buFont typeface="Calibri"/>
              <a:buNone/>
              <a:defRPr sz="2700" b="0">
                <a:solidFill>
                  <a:srgbClr val="FFFFFF"/>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14" name="Google Shape;114;p21"/>
          <p:cNvSpPr txBox="1">
            <a:spLocks noGrp="1"/>
          </p:cNvSpPr>
          <p:nvPr>
            <p:ph type="body" idx="1"/>
          </p:nvPr>
        </p:nvSpPr>
        <p:spPr>
          <a:xfrm>
            <a:off x="3600450" y="548640"/>
            <a:ext cx="4869180" cy="3943350"/>
          </a:xfrm>
          <a:prstGeom prst="rect">
            <a:avLst/>
          </a:prstGeom>
          <a:noFill/>
          <a:ln>
            <a:noFill/>
          </a:ln>
        </p:spPr>
        <p:txBody>
          <a:bodyPr spcFirstLastPara="1" wrap="square" lIns="0" tIns="34275" rIns="0" bIns="34275" anchor="t" anchorCtr="0">
            <a:normAutofit/>
          </a:bodyPr>
          <a:lstStyle>
            <a:lvl1pPr marL="457200" lvl="0" indent="-317500" algn="l">
              <a:lnSpc>
                <a:spcPct val="90000"/>
              </a:lnSpc>
              <a:spcBef>
                <a:spcPts val="900"/>
              </a:spcBef>
              <a:spcAft>
                <a:spcPts val="0"/>
              </a:spcAft>
              <a:buSzPts val="1400"/>
              <a:buChar char=" "/>
              <a:defRPr/>
            </a:lvl1pPr>
            <a:lvl2pPr marL="914400" lvl="1" indent="-317500" algn="l">
              <a:lnSpc>
                <a:spcPct val="90000"/>
              </a:lnSpc>
              <a:spcBef>
                <a:spcPts val="200"/>
              </a:spcBef>
              <a:spcAft>
                <a:spcPts val="0"/>
              </a:spcAft>
              <a:buSzPts val="1400"/>
              <a:buChar char="◦"/>
              <a:defRPr/>
            </a:lvl2pPr>
            <a:lvl3pPr marL="1371600" lvl="2" indent="-317500" algn="l">
              <a:lnSpc>
                <a:spcPct val="90000"/>
              </a:lnSpc>
              <a:spcBef>
                <a:spcPts val="300"/>
              </a:spcBef>
              <a:spcAft>
                <a:spcPts val="0"/>
              </a:spcAft>
              <a:buSzPts val="1400"/>
              <a:buChar char="◦"/>
              <a:defRPr/>
            </a:lvl3pPr>
            <a:lvl4pPr marL="1828800" lvl="3" indent="-317500" algn="l">
              <a:lnSpc>
                <a:spcPct val="90000"/>
              </a:lnSpc>
              <a:spcBef>
                <a:spcPts val="300"/>
              </a:spcBef>
              <a:spcAft>
                <a:spcPts val="0"/>
              </a:spcAft>
              <a:buSzPts val="1400"/>
              <a:buChar char="◦"/>
              <a:defRPr/>
            </a:lvl4pPr>
            <a:lvl5pPr marL="2286000" lvl="4" indent="-317500" algn="l">
              <a:lnSpc>
                <a:spcPct val="90000"/>
              </a:lnSpc>
              <a:spcBef>
                <a:spcPts val="300"/>
              </a:spcBef>
              <a:spcAft>
                <a:spcPts val="0"/>
              </a:spcAft>
              <a:buSzPts val="1400"/>
              <a:buChar char="◦"/>
              <a:defRPr/>
            </a:lvl5pPr>
            <a:lvl6pPr marL="2743200" lvl="5" indent="-317500" algn="l">
              <a:lnSpc>
                <a:spcPct val="90000"/>
              </a:lnSpc>
              <a:spcBef>
                <a:spcPts val="300"/>
              </a:spcBef>
              <a:spcAft>
                <a:spcPts val="0"/>
              </a:spcAft>
              <a:buSzPts val="1400"/>
              <a:buChar char="◦"/>
              <a:defRPr/>
            </a:lvl6pPr>
            <a:lvl7pPr marL="3200400" lvl="6" indent="-317500" algn="l">
              <a:lnSpc>
                <a:spcPct val="90000"/>
              </a:lnSpc>
              <a:spcBef>
                <a:spcPts val="300"/>
              </a:spcBef>
              <a:spcAft>
                <a:spcPts val="0"/>
              </a:spcAft>
              <a:buSzPts val="1400"/>
              <a:buChar char="◦"/>
              <a:defRPr/>
            </a:lvl7pPr>
            <a:lvl8pPr marL="3657600" lvl="7" indent="-317500" algn="l">
              <a:lnSpc>
                <a:spcPct val="90000"/>
              </a:lnSpc>
              <a:spcBef>
                <a:spcPts val="300"/>
              </a:spcBef>
              <a:spcAft>
                <a:spcPts val="0"/>
              </a:spcAft>
              <a:buSzPts val="1400"/>
              <a:buChar char="◦"/>
              <a:defRPr/>
            </a:lvl8pPr>
            <a:lvl9pPr marL="4114800" lvl="8" indent="-317500" algn="l">
              <a:lnSpc>
                <a:spcPct val="90000"/>
              </a:lnSpc>
              <a:spcBef>
                <a:spcPts val="300"/>
              </a:spcBef>
              <a:spcAft>
                <a:spcPts val="300"/>
              </a:spcAft>
              <a:buSzPts val="1400"/>
              <a:buChar char="◦"/>
              <a:defRPr/>
            </a:lvl9pPr>
          </a:lstStyle>
          <a:p>
            <a:endParaRPr/>
          </a:p>
        </p:txBody>
      </p:sp>
      <p:sp>
        <p:nvSpPr>
          <p:cNvPr id="115" name="Google Shape;115;p21"/>
          <p:cNvSpPr txBox="1">
            <a:spLocks noGrp="1"/>
          </p:cNvSpPr>
          <p:nvPr>
            <p:ph type="body" idx="2"/>
          </p:nvPr>
        </p:nvSpPr>
        <p:spPr>
          <a:xfrm>
            <a:off x="342900" y="2194560"/>
            <a:ext cx="2400300" cy="2534343"/>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900"/>
              </a:spcBef>
              <a:spcAft>
                <a:spcPts val="0"/>
              </a:spcAft>
              <a:buSzPts val="1100"/>
              <a:buNone/>
              <a:defRPr sz="1100">
                <a:solidFill>
                  <a:srgbClr val="FFFFFF"/>
                </a:solidFill>
              </a:defRPr>
            </a:lvl1pPr>
            <a:lvl2pPr marL="914400" lvl="1" indent="-228600" algn="l">
              <a:lnSpc>
                <a:spcPct val="90000"/>
              </a:lnSpc>
              <a:spcBef>
                <a:spcPts val="200"/>
              </a:spcBef>
              <a:spcAft>
                <a:spcPts val="0"/>
              </a:spcAft>
              <a:buSzPts val="900"/>
              <a:buNone/>
              <a:defRPr sz="900"/>
            </a:lvl2pPr>
            <a:lvl3pPr marL="1371600" lvl="2" indent="-228600" algn="l">
              <a:lnSpc>
                <a:spcPct val="90000"/>
              </a:lnSpc>
              <a:spcBef>
                <a:spcPts val="300"/>
              </a:spcBef>
              <a:spcAft>
                <a:spcPts val="0"/>
              </a:spcAft>
              <a:buSzPts val="800"/>
              <a:buNone/>
              <a:defRPr sz="800"/>
            </a:lvl3pPr>
            <a:lvl4pPr marL="1828800" lvl="3" indent="-228600" algn="l">
              <a:lnSpc>
                <a:spcPct val="90000"/>
              </a:lnSpc>
              <a:spcBef>
                <a:spcPts val="300"/>
              </a:spcBef>
              <a:spcAft>
                <a:spcPts val="0"/>
              </a:spcAft>
              <a:buSzPts val="700"/>
              <a:buNone/>
              <a:defRPr sz="700"/>
            </a:lvl4pPr>
            <a:lvl5pPr marL="2286000" lvl="4" indent="-228600" algn="l">
              <a:lnSpc>
                <a:spcPct val="90000"/>
              </a:lnSpc>
              <a:spcBef>
                <a:spcPts val="300"/>
              </a:spcBef>
              <a:spcAft>
                <a:spcPts val="0"/>
              </a:spcAft>
              <a:buSzPts val="700"/>
              <a:buNone/>
              <a:defRPr sz="700"/>
            </a:lvl5pPr>
            <a:lvl6pPr marL="2743200" lvl="5" indent="-228600" algn="l">
              <a:lnSpc>
                <a:spcPct val="90000"/>
              </a:lnSpc>
              <a:spcBef>
                <a:spcPts val="300"/>
              </a:spcBef>
              <a:spcAft>
                <a:spcPts val="0"/>
              </a:spcAft>
              <a:buSzPts val="700"/>
              <a:buNone/>
              <a:defRPr sz="700"/>
            </a:lvl6pPr>
            <a:lvl7pPr marL="3200400" lvl="6" indent="-228600" algn="l">
              <a:lnSpc>
                <a:spcPct val="90000"/>
              </a:lnSpc>
              <a:spcBef>
                <a:spcPts val="300"/>
              </a:spcBef>
              <a:spcAft>
                <a:spcPts val="0"/>
              </a:spcAft>
              <a:buSzPts val="700"/>
              <a:buNone/>
              <a:defRPr sz="700"/>
            </a:lvl7pPr>
            <a:lvl8pPr marL="3657600" lvl="7" indent="-228600" algn="l">
              <a:lnSpc>
                <a:spcPct val="90000"/>
              </a:lnSpc>
              <a:spcBef>
                <a:spcPts val="300"/>
              </a:spcBef>
              <a:spcAft>
                <a:spcPts val="0"/>
              </a:spcAft>
              <a:buSzPts val="700"/>
              <a:buNone/>
              <a:defRPr sz="700"/>
            </a:lvl8pPr>
            <a:lvl9pPr marL="4114800" lvl="8" indent="-228600" algn="l">
              <a:lnSpc>
                <a:spcPct val="90000"/>
              </a:lnSpc>
              <a:spcBef>
                <a:spcPts val="300"/>
              </a:spcBef>
              <a:spcAft>
                <a:spcPts val="300"/>
              </a:spcAft>
              <a:buSzPts val="700"/>
              <a:buNone/>
              <a:defRPr sz="700"/>
            </a:lvl9pPr>
          </a:lstStyle>
          <a:p>
            <a:endParaRPr/>
          </a:p>
        </p:txBody>
      </p:sp>
      <p:sp>
        <p:nvSpPr>
          <p:cNvPr id="116" name="Google Shape;116;p21"/>
          <p:cNvSpPr txBox="1">
            <a:spLocks noGrp="1"/>
          </p:cNvSpPr>
          <p:nvPr>
            <p:ph type="dt" idx="10"/>
          </p:nvPr>
        </p:nvSpPr>
        <p:spPr>
          <a:xfrm>
            <a:off x="349134" y="4844839"/>
            <a:ext cx="1963882"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17" name="Google Shape;117;p21"/>
          <p:cNvSpPr txBox="1">
            <a:spLocks noGrp="1"/>
          </p:cNvSpPr>
          <p:nvPr>
            <p:ph type="ftr" idx="11"/>
          </p:nvPr>
        </p:nvSpPr>
        <p:spPr>
          <a:xfrm>
            <a:off x="3600450" y="4844839"/>
            <a:ext cx="348615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solidFill>
                  <a:schemeClr val="dk2"/>
                </a:solidFil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18" name="Google Shape;118;p21"/>
          <p:cNvSpPr txBox="1">
            <a:spLocks noGrp="1"/>
          </p:cNvSpPr>
          <p:nvPr>
            <p:ph type="sldNum" idx="12"/>
          </p:nvPr>
        </p:nvSpPr>
        <p:spPr>
          <a:xfrm>
            <a:off x="7425344" y="4844839"/>
            <a:ext cx="984019"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sz="800">
                <a:solidFill>
                  <a:schemeClr val="dk2"/>
                </a:solidFill>
                <a:latin typeface="Calibri"/>
                <a:ea typeface="Calibri"/>
                <a:cs typeface="Calibri"/>
                <a:sym typeface="Calibri"/>
              </a:defRPr>
            </a:lvl1pPr>
            <a:lvl2pPr marL="0" lvl="1" indent="0" algn="r">
              <a:spcBef>
                <a:spcPts val="0"/>
              </a:spcBef>
              <a:buNone/>
              <a:defRPr sz="800">
                <a:solidFill>
                  <a:schemeClr val="dk2"/>
                </a:solidFill>
                <a:latin typeface="Calibri"/>
                <a:ea typeface="Calibri"/>
                <a:cs typeface="Calibri"/>
                <a:sym typeface="Calibri"/>
              </a:defRPr>
            </a:lvl2pPr>
            <a:lvl3pPr marL="0" lvl="2" indent="0" algn="r">
              <a:spcBef>
                <a:spcPts val="0"/>
              </a:spcBef>
              <a:buNone/>
              <a:defRPr sz="800">
                <a:solidFill>
                  <a:schemeClr val="dk2"/>
                </a:solidFill>
                <a:latin typeface="Calibri"/>
                <a:ea typeface="Calibri"/>
                <a:cs typeface="Calibri"/>
                <a:sym typeface="Calibri"/>
              </a:defRPr>
            </a:lvl3pPr>
            <a:lvl4pPr marL="0" lvl="3" indent="0" algn="r">
              <a:spcBef>
                <a:spcPts val="0"/>
              </a:spcBef>
              <a:buNone/>
              <a:defRPr sz="800">
                <a:solidFill>
                  <a:schemeClr val="dk2"/>
                </a:solidFill>
                <a:latin typeface="Calibri"/>
                <a:ea typeface="Calibri"/>
                <a:cs typeface="Calibri"/>
                <a:sym typeface="Calibri"/>
              </a:defRPr>
            </a:lvl4pPr>
            <a:lvl5pPr marL="0" lvl="4" indent="0" algn="r">
              <a:spcBef>
                <a:spcPts val="0"/>
              </a:spcBef>
              <a:buNone/>
              <a:defRPr sz="800">
                <a:solidFill>
                  <a:schemeClr val="dk2"/>
                </a:solidFill>
                <a:latin typeface="Calibri"/>
                <a:ea typeface="Calibri"/>
                <a:cs typeface="Calibri"/>
                <a:sym typeface="Calibri"/>
              </a:defRPr>
            </a:lvl5pPr>
            <a:lvl6pPr marL="0" lvl="5" indent="0" algn="r">
              <a:spcBef>
                <a:spcPts val="0"/>
              </a:spcBef>
              <a:buNone/>
              <a:defRPr sz="800">
                <a:solidFill>
                  <a:schemeClr val="dk2"/>
                </a:solidFill>
                <a:latin typeface="Calibri"/>
                <a:ea typeface="Calibri"/>
                <a:cs typeface="Calibri"/>
                <a:sym typeface="Calibri"/>
              </a:defRPr>
            </a:lvl6pPr>
            <a:lvl7pPr marL="0" lvl="6" indent="0" algn="r">
              <a:spcBef>
                <a:spcPts val="0"/>
              </a:spcBef>
              <a:buNone/>
              <a:defRPr sz="800">
                <a:solidFill>
                  <a:schemeClr val="dk2"/>
                </a:solidFill>
                <a:latin typeface="Calibri"/>
                <a:ea typeface="Calibri"/>
                <a:cs typeface="Calibri"/>
                <a:sym typeface="Calibri"/>
              </a:defRPr>
            </a:lvl7pPr>
            <a:lvl8pPr marL="0" lvl="7" indent="0" algn="r">
              <a:spcBef>
                <a:spcPts val="0"/>
              </a:spcBef>
              <a:buNone/>
              <a:defRPr sz="800">
                <a:solidFill>
                  <a:schemeClr val="dk2"/>
                </a:solidFill>
                <a:latin typeface="Calibri"/>
                <a:ea typeface="Calibri"/>
                <a:cs typeface="Calibri"/>
                <a:sym typeface="Calibri"/>
              </a:defRPr>
            </a:lvl8pPr>
            <a:lvl9pPr marL="0" lvl="8" indent="0" algn="r">
              <a:spcBef>
                <a:spcPts val="0"/>
              </a:spcBef>
              <a:buNone/>
              <a:defRPr sz="800">
                <a:solidFill>
                  <a:schemeClr val="dk2"/>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matchingName="Picture with Caption" type="picTx">
  <p:cSld name="PICTURE_WITH_CAPTION_TEXT">
    <p:spTree>
      <p:nvGrpSpPr>
        <p:cNvPr id="1" name="Shape 119"/>
        <p:cNvGrpSpPr/>
        <p:nvPr/>
      </p:nvGrpSpPr>
      <p:grpSpPr>
        <a:xfrm>
          <a:off x="0" y="0"/>
          <a:ext cx="0" cy="0"/>
          <a:chOff x="0" y="0"/>
          <a:chExt cx="0" cy="0"/>
        </a:xfrm>
      </p:grpSpPr>
      <p:sp>
        <p:nvSpPr>
          <p:cNvPr id="120" name="Google Shape;120;p22"/>
          <p:cNvSpPr/>
          <p:nvPr/>
        </p:nvSpPr>
        <p:spPr>
          <a:xfrm>
            <a:off x="0" y="3714750"/>
            <a:ext cx="9141619" cy="1428750"/>
          </a:xfrm>
          <a:prstGeom prst="rect">
            <a:avLst/>
          </a:prstGeom>
          <a:solidFill>
            <a:schemeClr val="accent2"/>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21" name="Google Shape;121;p22"/>
          <p:cNvSpPr/>
          <p:nvPr/>
        </p:nvSpPr>
        <p:spPr>
          <a:xfrm>
            <a:off x="11" y="3686307"/>
            <a:ext cx="9141619" cy="48006"/>
          </a:xfrm>
          <a:prstGeom prst="rect">
            <a:avLst/>
          </a:prstGeom>
          <a:solidFill>
            <a:schemeClr val="accent1"/>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22" name="Google Shape;122;p22"/>
          <p:cNvSpPr txBox="1">
            <a:spLocks noGrp="1"/>
          </p:cNvSpPr>
          <p:nvPr>
            <p:ph type="title"/>
          </p:nvPr>
        </p:nvSpPr>
        <p:spPr>
          <a:xfrm>
            <a:off x="822960" y="3806190"/>
            <a:ext cx="7584948" cy="617220"/>
          </a:xfrm>
          <a:prstGeom prst="rect">
            <a:avLst/>
          </a:prstGeom>
          <a:noFill/>
          <a:ln>
            <a:noFill/>
          </a:ln>
        </p:spPr>
        <p:txBody>
          <a:bodyPr spcFirstLastPara="1" wrap="square" lIns="68575" tIns="0" rIns="68575" bIns="0" anchor="b" anchorCtr="0">
            <a:noAutofit/>
          </a:bodyPr>
          <a:lstStyle>
            <a:lvl1pPr lvl="0" algn="l">
              <a:lnSpc>
                <a:spcPct val="85000"/>
              </a:lnSpc>
              <a:spcBef>
                <a:spcPts val="0"/>
              </a:spcBef>
              <a:spcAft>
                <a:spcPts val="0"/>
              </a:spcAft>
              <a:buClr>
                <a:srgbClr val="FFFFFF"/>
              </a:buClr>
              <a:buSzPts val="2700"/>
              <a:buFont typeface="Calibri"/>
              <a:buNone/>
              <a:defRPr sz="2700" b="0">
                <a:solidFill>
                  <a:srgbClr val="FFFFFF"/>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pic>
        <p:nvPicPr>
          <p:cNvPr id="123" name="Google Shape;123;p22"/>
          <p:cNvPicPr preferRelativeResize="0">
            <a:picLocks noGrp="1"/>
          </p:cNvPicPr>
          <p:nvPr>
            <p:ph type="pic" idx="2"/>
          </p:nvPr>
        </p:nvPicPr>
        <p:blipFill/>
        <p:spPr>
          <a:xfrm>
            <a:off x="11" y="0"/>
            <a:ext cx="9143989" cy="3686307"/>
          </a:xfrm>
          <a:prstGeom prst="rect">
            <a:avLst/>
          </a:prstGeom>
          <a:blipFill rotWithShape="1">
            <a:blip r:embed="rId2">
              <a:alphaModFix/>
            </a:blip>
            <a:stretch>
              <a:fillRect/>
            </a:stretch>
          </a:blipFill>
          <a:ln>
            <a:noFill/>
          </a:ln>
        </p:spPr>
      </p:pic>
      <p:sp>
        <p:nvSpPr>
          <p:cNvPr id="124" name="Google Shape;124;p22"/>
          <p:cNvSpPr txBox="1">
            <a:spLocks noGrp="1"/>
          </p:cNvSpPr>
          <p:nvPr>
            <p:ph type="body" idx="1"/>
          </p:nvPr>
        </p:nvSpPr>
        <p:spPr>
          <a:xfrm>
            <a:off x="822960" y="4430267"/>
            <a:ext cx="7584948" cy="445770"/>
          </a:xfrm>
          <a:prstGeom prst="rect">
            <a:avLst/>
          </a:prstGeom>
          <a:noFill/>
          <a:ln>
            <a:noFill/>
          </a:ln>
        </p:spPr>
        <p:txBody>
          <a:bodyPr spcFirstLastPara="1" wrap="square" lIns="68575" tIns="0" rIns="68575" bIns="0" anchor="t" anchorCtr="0">
            <a:normAutofit/>
          </a:bodyPr>
          <a:lstStyle>
            <a:lvl1pPr marL="457200" lvl="0" indent="-228600" algn="l">
              <a:lnSpc>
                <a:spcPct val="90000"/>
              </a:lnSpc>
              <a:spcBef>
                <a:spcPts val="0"/>
              </a:spcBef>
              <a:spcAft>
                <a:spcPts val="0"/>
              </a:spcAft>
              <a:buSzPts val="1100"/>
              <a:buNone/>
              <a:defRPr sz="1100">
                <a:solidFill>
                  <a:srgbClr val="FFFFFF"/>
                </a:solidFill>
              </a:defRPr>
            </a:lvl1pPr>
            <a:lvl2pPr marL="914400" lvl="1" indent="-228600" algn="l">
              <a:lnSpc>
                <a:spcPct val="90000"/>
              </a:lnSpc>
              <a:spcBef>
                <a:spcPts val="500"/>
              </a:spcBef>
              <a:spcAft>
                <a:spcPts val="0"/>
              </a:spcAft>
              <a:buSzPts val="900"/>
              <a:buNone/>
              <a:defRPr sz="900"/>
            </a:lvl2pPr>
            <a:lvl3pPr marL="1371600" lvl="2" indent="-228600" algn="l">
              <a:lnSpc>
                <a:spcPct val="90000"/>
              </a:lnSpc>
              <a:spcBef>
                <a:spcPts val="300"/>
              </a:spcBef>
              <a:spcAft>
                <a:spcPts val="0"/>
              </a:spcAft>
              <a:buSzPts val="800"/>
              <a:buNone/>
              <a:defRPr sz="800"/>
            </a:lvl3pPr>
            <a:lvl4pPr marL="1828800" lvl="3" indent="-228600" algn="l">
              <a:lnSpc>
                <a:spcPct val="90000"/>
              </a:lnSpc>
              <a:spcBef>
                <a:spcPts val="300"/>
              </a:spcBef>
              <a:spcAft>
                <a:spcPts val="0"/>
              </a:spcAft>
              <a:buSzPts val="700"/>
              <a:buNone/>
              <a:defRPr sz="700"/>
            </a:lvl4pPr>
            <a:lvl5pPr marL="2286000" lvl="4" indent="-228600" algn="l">
              <a:lnSpc>
                <a:spcPct val="90000"/>
              </a:lnSpc>
              <a:spcBef>
                <a:spcPts val="300"/>
              </a:spcBef>
              <a:spcAft>
                <a:spcPts val="0"/>
              </a:spcAft>
              <a:buSzPts val="700"/>
              <a:buNone/>
              <a:defRPr sz="700"/>
            </a:lvl5pPr>
            <a:lvl6pPr marL="2743200" lvl="5" indent="-228600" algn="l">
              <a:lnSpc>
                <a:spcPct val="90000"/>
              </a:lnSpc>
              <a:spcBef>
                <a:spcPts val="300"/>
              </a:spcBef>
              <a:spcAft>
                <a:spcPts val="0"/>
              </a:spcAft>
              <a:buSzPts val="700"/>
              <a:buNone/>
              <a:defRPr sz="700"/>
            </a:lvl6pPr>
            <a:lvl7pPr marL="3200400" lvl="6" indent="-228600" algn="l">
              <a:lnSpc>
                <a:spcPct val="90000"/>
              </a:lnSpc>
              <a:spcBef>
                <a:spcPts val="300"/>
              </a:spcBef>
              <a:spcAft>
                <a:spcPts val="0"/>
              </a:spcAft>
              <a:buSzPts val="700"/>
              <a:buNone/>
              <a:defRPr sz="700"/>
            </a:lvl7pPr>
            <a:lvl8pPr marL="3657600" lvl="7" indent="-228600" algn="l">
              <a:lnSpc>
                <a:spcPct val="90000"/>
              </a:lnSpc>
              <a:spcBef>
                <a:spcPts val="300"/>
              </a:spcBef>
              <a:spcAft>
                <a:spcPts val="0"/>
              </a:spcAft>
              <a:buSzPts val="700"/>
              <a:buNone/>
              <a:defRPr sz="700"/>
            </a:lvl8pPr>
            <a:lvl9pPr marL="4114800" lvl="8" indent="-228600" algn="l">
              <a:lnSpc>
                <a:spcPct val="90000"/>
              </a:lnSpc>
              <a:spcBef>
                <a:spcPts val="300"/>
              </a:spcBef>
              <a:spcAft>
                <a:spcPts val="300"/>
              </a:spcAft>
              <a:buSzPts val="700"/>
              <a:buNone/>
              <a:defRPr sz="700"/>
            </a:lvl9pPr>
          </a:lstStyle>
          <a:p>
            <a:endParaRPr/>
          </a:p>
        </p:txBody>
      </p:sp>
      <p:sp>
        <p:nvSpPr>
          <p:cNvPr id="125" name="Google Shape;125;p22"/>
          <p:cNvSpPr txBox="1">
            <a:spLocks noGrp="1"/>
          </p:cNvSpPr>
          <p:nvPr>
            <p:ph type="dt" idx="10"/>
          </p:nvPr>
        </p:nvSpPr>
        <p:spPr>
          <a:xfrm>
            <a:off x="822960" y="4844839"/>
            <a:ext cx="1854203"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26" name="Google Shape;126;p22"/>
          <p:cNvSpPr txBox="1">
            <a:spLocks noGrp="1"/>
          </p:cNvSpPr>
          <p:nvPr>
            <p:ph type="ftr" idx="11"/>
          </p:nvPr>
        </p:nvSpPr>
        <p:spPr>
          <a:xfrm>
            <a:off x="2764639" y="4844839"/>
            <a:ext cx="3617103"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27" name="Google Shape;127;p22"/>
          <p:cNvSpPr txBox="1">
            <a:spLocks noGrp="1"/>
          </p:cNvSpPr>
          <p:nvPr>
            <p:ph type="sldNum" idx="12"/>
          </p:nvPr>
        </p:nvSpPr>
        <p:spPr>
          <a:xfrm>
            <a:off x="7425344" y="4844839"/>
            <a:ext cx="984019"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28"/>
        <p:cNvGrpSpPr/>
        <p:nvPr/>
      </p:nvGrpSpPr>
      <p:grpSpPr>
        <a:xfrm>
          <a:off x="0" y="0"/>
          <a:ext cx="0" cy="0"/>
          <a:chOff x="0" y="0"/>
          <a:chExt cx="0" cy="0"/>
        </a:xfrm>
      </p:grpSpPr>
      <p:sp>
        <p:nvSpPr>
          <p:cNvPr id="129" name="Google Shape;129;p23"/>
          <p:cNvSpPr txBox="1">
            <a:spLocks noGrp="1"/>
          </p:cNvSpPr>
          <p:nvPr>
            <p:ph type="title"/>
          </p:nvPr>
        </p:nvSpPr>
        <p:spPr>
          <a:xfrm>
            <a:off x="822960" y="214952"/>
            <a:ext cx="7543800" cy="1088068"/>
          </a:xfrm>
          <a:prstGeom prst="rect">
            <a:avLst/>
          </a:prstGeom>
          <a:noFill/>
          <a:ln>
            <a:noFill/>
          </a:ln>
        </p:spPr>
        <p:txBody>
          <a:bodyPr spcFirstLastPara="1" wrap="square" lIns="68575" tIns="34275" rIns="68575" bIns="34275" anchor="b" anchorCtr="0">
            <a:normAutofit/>
          </a:bodyPr>
          <a:lstStyle>
            <a:lvl1pPr lvl="0" algn="l">
              <a:lnSpc>
                <a:spcPct val="85000"/>
              </a:lnSpc>
              <a:spcBef>
                <a:spcPts val="0"/>
              </a:spcBef>
              <a:spcAft>
                <a:spcPts val="0"/>
              </a:spcAft>
              <a:buClr>
                <a:srgbClr val="3F3F3F"/>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30" name="Google Shape;130;p23"/>
          <p:cNvSpPr txBox="1">
            <a:spLocks noGrp="1"/>
          </p:cNvSpPr>
          <p:nvPr>
            <p:ph type="body" idx="1"/>
          </p:nvPr>
        </p:nvSpPr>
        <p:spPr>
          <a:xfrm rot="5400000">
            <a:off x="3086100" y="-878839"/>
            <a:ext cx="3017520" cy="7543800"/>
          </a:xfrm>
          <a:prstGeom prst="rect">
            <a:avLst/>
          </a:prstGeom>
          <a:noFill/>
          <a:ln>
            <a:noFill/>
          </a:ln>
        </p:spPr>
        <p:txBody>
          <a:bodyPr spcFirstLastPara="1" wrap="square" lIns="34275" tIns="0" rIns="34275" bIns="0" anchor="t" anchorCtr="0">
            <a:normAutofit/>
          </a:bodyPr>
          <a:lstStyle>
            <a:lvl1pPr marL="457200" lvl="0" indent="-317500" algn="l">
              <a:lnSpc>
                <a:spcPct val="90000"/>
              </a:lnSpc>
              <a:spcBef>
                <a:spcPts val="900"/>
              </a:spcBef>
              <a:spcAft>
                <a:spcPts val="0"/>
              </a:spcAft>
              <a:buSzPts val="1400"/>
              <a:buChar char=" "/>
              <a:defRPr/>
            </a:lvl1pPr>
            <a:lvl2pPr marL="914400" lvl="1" indent="-317500" algn="l">
              <a:lnSpc>
                <a:spcPct val="90000"/>
              </a:lnSpc>
              <a:spcBef>
                <a:spcPts val="200"/>
              </a:spcBef>
              <a:spcAft>
                <a:spcPts val="0"/>
              </a:spcAft>
              <a:buSzPts val="1400"/>
              <a:buChar char="◦"/>
              <a:defRPr/>
            </a:lvl2pPr>
            <a:lvl3pPr marL="1371600" lvl="2" indent="-317500" algn="l">
              <a:lnSpc>
                <a:spcPct val="90000"/>
              </a:lnSpc>
              <a:spcBef>
                <a:spcPts val="300"/>
              </a:spcBef>
              <a:spcAft>
                <a:spcPts val="0"/>
              </a:spcAft>
              <a:buSzPts val="1400"/>
              <a:buChar char="◦"/>
              <a:defRPr/>
            </a:lvl3pPr>
            <a:lvl4pPr marL="1828800" lvl="3" indent="-317500" algn="l">
              <a:lnSpc>
                <a:spcPct val="90000"/>
              </a:lnSpc>
              <a:spcBef>
                <a:spcPts val="300"/>
              </a:spcBef>
              <a:spcAft>
                <a:spcPts val="0"/>
              </a:spcAft>
              <a:buSzPts val="1400"/>
              <a:buChar char="◦"/>
              <a:defRPr/>
            </a:lvl4pPr>
            <a:lvl5pPr marL="2286000" lvl="4" indent="-317500" algn="l">
              <a:lnSpc>
                <a:spcPct val="90000"/>
              </a:lnSpc>
              <a:spcBef>
                <a:spcPts val="300"/>
              </a:spcBef>
              <a:spcAft>
                <a:spcPts val="0"/>
              </a:spcAft>
              <a:buSzPts val="1400"/>
              <a:buChar char="◦"/>
              <a:defRPr/>
            </a:lvl5pPr>
            <a:lvl6pPr marL="2743200" lvl="5" indent="-317500" algn="l">
              <a:lnSpc>
                <a:spcPct val="90000"/>
              </a:lnSpc>
              <a:spcBef>
                <a:spcPts val="300"/>
              </a:spcBef>
              <a:spcAft>
                <a:spcPts val="0"/>
              </a:spcAft>
              <a:buSzPts val="1400"/>
              <a:buChar char="◦"/>
              <a:defRPr/>
            </a:lvl6pPr>
            <a:lvl7pPr marL="3200400" lvl="6" indent="-317500" algn="l">
              <a:lnSpc>
                <a:spcPct val="90000"/>
              </a:lnSpc>
              <a:spcBef>
                <a:spcPts val="300"/>
              </a:spcBef>
              <a:spcAft>
                <a:spcPts val="0"/>
              </a:spcAft>
              <a:buSzPts val="1400"/>
              <a:buChar char="◦"/>
              <a:defRPr/>
            </a:lvl7pPr>
            <a:lvl8pPr marL="3657600" lvl="7" indent="-317500" algn="l">
              <a:lnSpc>
                <a:spcPct val="90000"/>
              </a:lnSpc>
              <a:spcBef>
                <a:spcPts val="300"/>
              </a:spcBef>
              <a:spcAft>
                <a:spcPts val="0"/>
              </a:spcAft>
              <a:buSzPts val="1400"/>
              <a:buChar char="◦"/>
              <a:defRPr/>
            </a:lvl8pPr>
            <a:lvl9pPr marL="4114800" lvl="8" indent="-317500" algn="l">
              <a:lnSpc>
                <a:spcPct val="90000"/>
              </a:lnSpc>
              <a:spcBef>
                <a:spcPts val="300"/>
              </a:spcBef>
              <a:spcAft>
                <a:spcPts val="300"/>
              </a:spcAft>
              <a:buSzPts val="1400"/>
              <a:buChar char="◦"/>
              <a:defRPr/>
            </a:lvl9pPr>
          </a:lstStyle>
          <a:p>
            <a:endParaRPr/>
          </a:p>
        </p:txBody>
      </p:sp>
      <p:sp>
        <p:nvSpPr>
          <p:cNvPr id="131" name="Google Shape;131;p23"/>
          <p:cNvSpPr txBox="1">
            <a:spLocks noGrp="1"/>
          </p:cNvSpPr>
          <p:nvPr>
            <p:ph type="dt" idx="10"/>
          </p:nvPr>
        </p:nvSpPr>
        <p:spPr>
          <a:xfrm>
            <a:off x="822960" y="4844839"/>
            <a:ext cx="1854203"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32" name="Google Shape;132;p23"/>
          <p:cNvSpPr txBox="1">
            <a:spLocks noGrp="1"/>
          </p:cNvSpPr>
          <p:nvPr>
            <p:ph type="ftr" idx="11"/>
          </p:nvPr>
        </p:nvSpPr>
        <p:spPr>
          <a:xfrm>
            <a:off x="2764639" y="4844839"/>
            <a:ext cx="3617103"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33" name="Google Shape;133;p23"/>
          <p:cNvSpPr txBox="1">
            <a:spLocks noGrp="1"/>
          </p:cNvSpPr>
          <p:nvPr>
            <p:ph type="sldNum" idx="12"/>
          </p:nvPr>
        </p:nvSpPr>
        <p:spPr>
          <a:xfrm>
            <a:off x="7425344" y="4844839"/>
            <a:ext cx="984019"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matchingName="Vertical Title and Text" type="vertTitleAndTx">
  <p:cSld name="VERTICAL_TITLE_AND_VERTICAL_TEXT">
    <p:spTree>
      <p:nvGrpSpPr>
        <p:cNvPr id="1" name="Shape 134"/>
        <p:cNvGrpSpPr/>
        <p:nvPr/>
      </p:nvGrpSpPr>
      <p:grpSpPr>
        <a:xfrm>
          <a:off x="0" y="0"/>
          <a:ext cx="0" cy="0"/>
          <a:chOff x="0" y="0"/>
          <a:chExt cx="0" cy="0"/>
        </a:xfrm>
      </p:grpSpPr>
      <p:sp>
        <p:nvSpPr>
          <p:cNvPr id="135" name="Google Shape;135;p24"/>
          <p:cNvSpPr/>
          <p:nvPr/>
        </p:nvSpPr>
        <p:spPr>
          <a:xfrm>
            <a:off x="2381" y="4800600"/>
            <a:ext cx="9141619" cy="342900"/>
          </a:xfrm>
          <a:prstGeom prst="rect">
            <a:avLst/>
          </a:prstGeom>
          <a:solidFill>
            <a:schemeClr val="accent2"/>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36" name="Google Shape;136;p24"/>
          <p:cNvSpPr/>
          <p:nvPr/>
        </p:nvSpPr>
        <p:spPr>
          <a:xfrm>
            <a:off x="11" y="4750737"/>
            <a:ext cx="9141619" cy="48006"/>
          </a:xfrm>
          <a:prstGeom prst="rect">
            <a:avLst/>
          </a:prstGeom>
          <a:solidFill>
            <a:schemeClr val="accent1"/>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37" name="Google Shape;137;p24"/>
          <p:cNvSpPr txBox="1">
            <a:spLocks noGrp="1"/>
          </p:cNvSpPr>
          <p:nvPr>
            <p:ph type="title"/>
          </p:nvPr>
        </p:nvSpPr>
        <p:spPr>
          <a:xfrm rot="5400000">
            <a:off x="5370480" y="1484279"/>
            <a:ext cx="4318066" cy="1971675"/>
          </a:xfrm>
          <a:prstGeom prst="rect">
            <a:avLst/>
          </a:prstGeom>
          <a:noFill/>
          <a:ln>
            <a:noFill/>
          </a:ln>
        </p:spPr>
        <p:txBody>
          <a:bodyPr spcFirstLastPara="1" wrap="square" lIns="68575" tIns="34275" rIns="68575" bIns="34275" anchor="b" anchorCtr="0">
            <a:normAutofit/>
          </a:bodyPr>
          <a:lstStyle>
            <a:lvl1pPr lvl="0" algn="l">
              <a:lnSpc>
                <a:spcPct val="85000"/>
              </a:lnSpc>
              <a:spcBef>
                <a:spcPts val="0"/>
              </a:spcBef>
              <a:spcAft>
                <a:spcPts val="0"/>
              </a:spcAft>
              <a:buClr>
                <a:srgbClr val="3F3F3F"/>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38" name="Google Shape;138;p24"/>
          <p:cNvSpPr txBox="1">
            <a:spLocks noGrp="1"/>
          </p:cNvSpPr>
          <p:nvPr>
            <p:ph type="body" idx="1"/>
          </p:nvPr>
        </p:nvSpPr>
        <p:spPr>
          <a:xfrm rot="5400000">
            <a:off x="1369979" y="-430246"/>
            <a:ext cx="4318067" cy="5800725"/>
          </a:xfrm>
          <a:prstGeom prst="rect">
            <a:avLst/>
          </a:prstGeom>
          <a:noFill/>
          <a:ln>
            <a:noFill/>
          </a:ln>
        </p:spPr>
        <p:txBody>
          <a:bodyPr spcFirstLastPara="1" wrap="square" lIns="34275" tIns="0" rIns="34275" bIns="0" anchor="t" anchorCtr="0">
            <a:normAutofit/>
          </a:bodyPr>
          <a:lstStyle>
            <a:lvl1pPr marL="457200" lvl="0" indent="-317500" algn="l">
              <a:lnSpc>
                <a:spcPct val="90000"/>
              </a:lnSpc>
              <a:spcBef>
                <a:spcPts val="900"/>
              </a:spcBef>
              <a:spcAft>
                <a:spcPts val="0"/>
              </a:spcAft>
              <a:buSzPts val="1400"/>
              <a:buChar char=" "/>
              <a:defRPr/>
            </a:lvl1pPr>
            <a:lvl2pPr marL="914400" lvl="1" indent="-317500" algn="l">
              <a:lnSpc>
                <a:spcPct val="90000"/>
              </a:lnSpc>
              <a:spcBef>
                <a:spcPts val="200"/>
              </a:spcBef>
              <a:spcAft>
                <a:spcPts val="0"/>
              </a:spcAft>
              <a:buSzPts val="1400"/>
              <a:buChar char="◦"/>
              <a:defRPr/>
            </a:lvl2pPr>
            <a:lvl3pPr marL="1371600" lvl="2" indent="-317500" algn="l">
              <a:lnSpc>
                <a:spcPct val="90000"/>
              </a:lnSpc>
              <a:spcBef>
                <a:spcPts val="300"/>
              </a:spcBef>
              <a:spcAft>
                <a:spcPts val="0"/>
              </a:spcAft>
              <a:buSzPts val="1400"/>
              <a:buChar char="◦"/>
              <a:defRPr/>
            </a:lvl3pPr>
            <a:lvl4pPr marL="1828800" lvl="3" indent="-317500" algn="l">
              <a:lnSpc>
                <a:spcPct val="90000"/>
              </a:lnSpc>
              <a:spcBef>
                <a:spcPts val="300"/>
              </a:spcBef>
              <a:spcAft>
                <a:spcPts val="0"/>
              </a:spcAft>
              <a:buSzPts val="1400"/>
              <a:buChar char="◦"/>
              <a:defRPr/>
            </a:lvl4pPr>
            <a:lvl5pPr marL="2286000" lvl="4" indent="-317500" algn="l">
              <a:lnSpc>
                <a:spcPct val="90000"/>
              </a:lnSpc>
              <a:spcBef>
                <a:spcPts val="300"/>
              </a:spcBef>
              <a:spcAft>
                <a:spcPts val="0"/>
              </a:spcAft>
              <a:buSzPts val="1400"/>
              <a:buChar char="◦"/>
              <a:defRPr/>
            </a:lvl5pPr>
            <a:lvl6pPr marL="2743200" lvl="5" indent="-317500" algn="l">
              <a:lnSpc>
                <a:spcPct val="90000"/>
              </a:lnSpc>
              <a:spcBef>
                <a:spcPts val="300"/>
              </a:spcBef>
              <a:spcAft>
                <a:spcPts val="0"/>
              </a:spcAft>
              <a:buSzPts val="1400"/>
              <a:buChar char="◦"/>
              <a:defRPr/>
            </a:lvl6pPr>
            <a:lvl7pPr marL="3200400" lvl="6" indent="-317500" algn="l">
              <a:lnSpc>
                <a:spcPct val="90000"/>
              </a:lnSpc>
              <a:spcBef>
                <a:spcPts val="300"/>
              </a:spcBef>
              <a:spcAft>
                <a:spcPts val="0"/>
              </a:spcAft>
              <a:buSzPts val="1400"/>
              <a:buChar char="◦"/>
              <a:defRPr/>
            </a:lvl7pPr>
            <a:lvl8pPr marL="3657600" lvl="7" indent="-317500" algn="l">
              <a:lnSpc>
                <a:spcPct val="90000"/>
              </a:lnSpc>
              <a:spcBef>
                <a:spcPts val="300"/>
              </a:spcBef>
              <a:spcAft>
                <a:spcPts val="0"/>
              </a:spcAft>
              <a:buSzPts val="1400"/>
              <a:buChar char="◦"/>
              <a:defRPr/>
            </a:lvl8pPr>
            <a:lvl9pPr marL="4114800" lvl="8" indent="-317500" algn="l">
              <a:lnSpc>
                <a:spcPct val="90000"/>
              </a:lnSpc>
              <a:spcBef>
                <a:spcPts val="300"/>
              </a:spcBef>
              <a:spcAft>
                <a:spcPts val="300"/>
              </a:spcAft>
              <a:buSzPts val="1400"/>
              <a:buChar char="◦"/>
              <a:defRPr/>
            </a:lvl9pPr>
          </a:lstStyle>
          <a:p>
            <a:endParaRPr/>
          </a:p>
        </p:txBody>
      </p:sp>
      <p:sp>
        <p:nvSpPr>
          <p:cNvPr id="139" name="Google Shape;139;p24"/>
          <p:cNvSpPr txBox="1">
            <a:spLocks noGrp="1"/>
          </p:cNvSpPr>
          <p:nvPr>
            <p:ph type="dt" idx="10"/>
          </p:nvPr>
        </p:nvSpPr>
        <p:spPr>
          <a:xfrm>
            <a:off x="822960" y="4844839"/>
            <a:ext cx="1854203"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40" name="Google Shape;140;p24"/>
          <p:cNvSpPr txBox="1">
            <a:spLocks noGrp="1"/>
          </p:cNvSpPr>
          <p:nvPr>
            <p:ph type="ftr" idx="11"/>
          </p:nvPr>
        </p:nvSpPr>
        <p:spPr>
          <a:xfrm>
            <a:off x="2764639" y="4844839"/>
            <a:ext cx="3617103"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41" name="Google Shape;141;p24"/>
          <p:cNvSpPr txBox="1">
            <a:spLocks noGrp="1"/>
          </p:cNvSpPr>
          <p:nvPr>
            <p:ph type="sldNum" idx="12"/>
          </p:nvPr>
        </p:nvSpPr>
        <p:spPr>
          <a:xfrm>
            <a:off x="7425344" y="4844839"/>
            <a:ext cx="984019"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p:nvPr/>
        </p:nvSpPr>
        <p:spPr>
          <a:xfrm>
            <a:off x="1" y="4800600"/>
            <a:ext cx="9144000" cy="342900"/>
          </a:xfrm>
          <a:prstGeom prst="rect">
            <a:avLst/>
          </a:prstGeom>
          <a:solidFill>
            <a:schemeClr val="accent2"/>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52" name="Google Shape;52;p13"/>
          <p:cNvSpPr/>
          <p:nvPr/>
        </p:nvSpPr>
        <p:spPr>
          <a:xfrm>
            <a:off x="0" y="4750737"/>
            <a:ext cx="9144001" cy="49499"/>
          </a:xfrm>
          <a:prstGeom prst="rect">
            <a:avLst/>
          </a:prstGeom>
          <a:solidFill>
            <a:schemeClr val="accent1"/>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53" name="Google Shape;53;p13"/>
          <p:cNvSpPr txBox="1">
            <a:spLocks noGrp="1"/>
          </p:cNvSpPr>
          <p:nvPr>
            <p:ph type="title"/>
          </p:nvPr>
        </p:nvSpPr>
        <p:spPr>
          <a:xfrm>
            <a:off x="822960" y="214952"/>
            <a:ext cx="7543800" cy="1088068"/>
          </a:xfrm>
          <a:prstGeom prst="rect">
            <a:avLst/>
          </a:prstGeom>
          <a:noFill/>
          <a:ln>
            <a:noFill/>
          </a:ln>
        </p:spPr>
        <p:txBody>
          <a:bodyPr spcFirstLastPara="1" wrap="square" lIns="68575" tIns="34275" rIns="68575" bIns="34275" anchor="b" anchorCtr="0">
            <a:normAutofit/>
          </a:bodyPr>
          <a:lstStyle>
            <a:lvl1pPr marR="0" lvl="0" algn="l" rtl="0">
              <a:lnSpc>
                <a:spcPct val="85000"/>
              </a:lnSpc>
              <a:spcBef>
                <a:spcPts val="0"/>
              </a:spcBef>
              <a:spcAft>
                <a:spcPts val="0"/>
              </a:spcAft>
              <a:buClr>
                <a:srgbClr val="3F3F3F"/>
              </a:buClr>
              <a:buSzPts val="3600"/>
              <a:buFont typeface="Calibri"/>
              <a:buNone/>
              <a:defRPr sz="3600" b="0" i="0" u="none" strike="noStrike" cap="none">
                <a:solidFill>
                  <a:srgbClr val="3F3F3F"/>
                </a:solidFill>
                <a:latin typeface="Calibri"/>
                <a:ea typeface="Calibri"/>
                <a:cs typeface="Calibri"/>
                <a:sym typeface="Calibri"/>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54" name="Google Shape;54;p13"/>
          <p:cNvSpPr txBox="1">
            <a:spLocks noGrp="1"/>
          </p:cNvSpPr>
          <p:nvPr>
            <p:ph type="body" idx="1"/>
          </p:nvPr>
        </p:nvSpPr>
        <p:spPr>
          <a:xfrm>
            <a:off x="822960" y="1384301"/>
            <a:ext cx="7543800" cy="3017520"/>
          </a:xfrm>
          <a:prstGeom prst="rect">
            <a:avLst/>
          </a:prstGeom>
          <a:noFill/>
          <a:ln>
            <a:noFill/>
          </a:ln>
        </p:spPr>
        <p:txBody>
          <a:bodyPr spcFirstLastPara="1" wrap="square" lIns="0" tIns="34275" rIns="0" bIns="34275" anchor="t" anchorCtr="0">
            <a:normAutofit/>
          </a:bodyPr>
          <a:lstStyle>
            <a:lvl1pPr marL="457200" marR="0" lvl="0" indent="-323850" algn="l" rtl="0">
              <a:lnSpc>
                <a:spcPct val="90000"/>
              </a:lnSpc>
              <a:spcBef>
                <a:spcPts val="900"/>
              </a:spcBef>
              <a:spcAft>
                <a:spcPts val="0"/>
              </a:spcAft>
              <a:buClr>
                <a:schemeClr val="accent1"/>
              </a:buClr>
              <a:buSzPts val="1500"/>
              <a:buFont typeface="Calibri"/>
              <a:buChar char=" "/>
              <a:defRPr sz="1500" b="0" i="0" u="none" strike="noStrike" cap="none">
                <a:solidFill>
                  <a:srgbClr val="3F3F3F"/>
                </a:solidFill>
                <a:latin typeface="Calibri"/>
                <a:ea typeface="Calibri"/>
                <a:cs typeface="Calibri"/>
                <a:sym typeface="Calibri"/>
              </a:defRPr>
            </a:lvl1pPr>
            <a:lvl2pPr marL="914400" marR="0" lvl="1" indent="-317500" algn="l" rtl="0">
              <a:lnSpc>
                <a:spcPct val="90000"/>
              </a:lnSpc>
              <a:spcBef>
                <a:spcPts val="2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2pPr>
            <a:lvl3pPr marL="1371600" marR="0" lvl="2" indent="-298450" algn="l" rtl="0">
              <a:lnSpc>
                <a:spcPct val="90000"/>
              </a:lnSpc>
              <a:spcBef>
                <a:spcPts val="300"/>
              </a:spcBef>
              <a:spcAft>
                <a:spcPts val="0"/>
              </a:spcAft>
              <a:buClr>
                <a:schemeClr val="accent1"/>
              </a:buClr>
              <a:buSzPts val="1100"/>
              <a:buFont typeface="Calibri"/>
              <a:buChar char="◦"/>
              <a:defRPr sz="1100" b="0" i="0" u="none" strike="noStrike" cap="none">
                <a:solidFill>
                  <a:srgbClr val="3F3F3F"/>
                </a:solidFill>
                <a:latin typeface="Calibri"/>
                <a:ea typeface="Calibri"/>
                <a:cs typeface="Calibri"/>
                <a:sym typeface="Calibri"/>
              </a:defRPr>
            </a:lvl3pPr>
            <a:lvl4pPr marL="1828800" marR="0" lvl="3" indent="-298450" algn="l" rtl="0">
              <a:lnSpc>
                <a:spcPct val="90000"/>
              </a:lnSpc>
              <a:spcBef>
                <a:spcPts val="300"/>
              </a:spcBef>
              <a:spcAft>
                <a:spcPts val="0"/>
              </a:spcAft>
              <a:buClr>
                <a:schemeClr val="accent1"/>
              </a:buClr>
              <a:buSzPts val="1100"/>
              <a:buFont typeface="Calibri"/>
              <a:buChar char="◦"/>
              <a:defRPr sz="1100" b="0" i="0" u="none" strike="noStrike" cap="none">
                <a:solidFill>
                  <a:srgbClr val="3F3F3F"/>
                </a:solidFill>
                <a:latin typeface="Calibri"/>
                <a:ea typeface="Calibri"/>
                <a:cs typeface="Calibri"/>
                <a:sym typeface="Calibri"/>
              </a:defRPr>
            </a:lvl4pPr>
            <a:lvl5pPr marL="2286000" marR="0" lvl="4" indent="-298450" algn="l" rtl="0">
              <a:lnSpc>
                <a:spcPct val="90000"/>
              </a:lnSpc>
              <a:spcBef>
                <a:spcPts val="300"/>
              </a:spcBef>
              <a:spcAft>
                <a:spcPts val="0"/>
              </a:spcAft>
              <a:buClr>
                <a:schemeClr val="accent1"/>
              </a:buClr>
              <a:buSzPts val="1100"/>
              <a:buFont typeface="Calibri"/>
              <a:buChar char="◦"/>
              <a:defRPr sz="1100" b="0" i="0" u="none" strike="noStrike" cap="none">
                <a:solidFill>
                  <a:srgbClr val="3F3F3F"/>
                </a:solidFill>
                <a:latin typeface="Calibri"/>
                <a:ea typeface="Calibri"/>
                <a:cs typeface="Calibri"/>
                <a:sym typeface="Calibri"/>
              </a:defRPr>
            </a:lvl5pPr>
            <a:lvl6pPr marL="2743200" marR="0" lvl="5" indent="-298450" algn="l" rtl="0">
              <a:lnSpc>
                <a:spcPct val="90000"/>
              </a:lnSpc>
              <a:spcBef>
                <a:spcPts val="300"/>
              </a:spcBef>
              <a:spcAft>
                <a:spcPts val="0"/>
              </a:spcAft>
              <a:buClr>
                <a:schemeClr val="accent1"/>
              </a:buClr>
              <a:buSzPts val="1100"/>
              <a:buFont typeface="Calibri"/>
              <a:buChar char="◦"/>
              <a:defRPr sz="1100" b="0" i="0" u="none" strike="noStrike" cap="none">
                <a:solidFill>
                  <a:srgbClr val="3F3F3F"/>
                </a:solidFill>
                <a:latin typeface="Calibri"/>
                <a:ea typeface="Calibri"/>
                <a:cs typeface="Calibri"/>
                <a:sym typeface="Calibri"/>
              </a:defRPr>
            </a:lvl6pPr>
            <a:lvl7pPr marL="3200400" marR="0" lvl="6" indent="-298450" algn="l" rtl="0">
              <a:lnSpc>
                <a:spcPct val="90000"/>
              </a:lnSpc>
              <a:spcBef>
                <a:spcPts val="300"/>
              </a:spcBef>
              <a:spcAft>
                <a:spcPts val="0"/>
              </a:spcAft>
              <a:buClr>
                <a:schemeClr val="accent1"/>
              </a:buClr>
              <a:buSzPts val="1100"/>
              <a:buFont typeface="Calibri"/>
              <a:buChar char="◦"/>
              <a:defRPr sz="1100" b="0" i="0" u="none" strike="noStrike" cap="none">
                <a:solidFill>
                  <a:srgbClr val="3F3F3F"/>
                </a:solidFill>
                <a:latin typeface="Calibri"/>
                <a:ea typeface="Calibri"/>
                <a:cs typeface="Calibri"/>
                <a:sym typeface="Calibri"/>
              </a:defRPr>
            </a:lvl7pPr>
            <a:lvl8pPr marL="3657600" marR="0" lvl="7" indent="-298450" algn="l" rtl="0">
              <a:lnSpc>
                <a:spcPct val="90000"/>
              </a:lnSpc>
              <a:spcBef>
                <a:spcPts val="300"/>
              </a:spcBef>
              <a:spcAft>
                <a:spcPts val="0"/>
              </a:spcAft>
              <a:buClr>
                <a:schemeClr val="accent1"/>
              </a:buClr>
              <a:buSzPts val="1100"/>
              <a:buFont typeface="Calibri"/>
              <a:buChar char="◦"/>
              <a:defRPr sz="1100" b="0" i="0" u="none" strike="noStrike" cap="none">
                <a:solidFill>
                  <a:srgbClr val="3F3F3F"/>
                </a:solidFill>
                <a:latin typeface="Calibri"/>
                <a:ea typeface="Calibri"/>
                <a:cs typeface="Calibri"/>
                <a:sym typeface="Calibri"/>
              </a:defRPr>
            </a:lvl8pPr>
            <a:lvl9pPr marL="4114800" marR="0" lvl="8" indent="-298450" algn="l" rtl="0">
              <a:lnSpc>
                <a:spcPct val="90000"/>
              </a:lnSpc>
              <a:spcBef>
                <a:spcPts val="300"/>
              </a:spcBef>
              <a:spcAft>
                <a:spcPts val="300"/>
              </a:spcAft>
              <a:buClr>
                <a:schemeClr val="accent1"/>
              </a:buClr>
              <a:buSzPts val="1100"/>
              <a:buFont typeface="Calibri"/>
              <a:buChar char="◦"/>
              <a:defRPr sz="1100" b="0" i="0" u="none" strike="noStrike" cap="none">
                <a:solidFill>
                  <a:srgbClr val="3F3F3F"/>
                </a:solidFill>
                <a:latin typeface="Calibri"/>
                <a:ea typeface="Calibri"/>
                <a:cs typeface="Calibri"/>
                <a:sym typeface="Calibri"/>
              </a:defRPr>
            </a:lvl9pPr>
          </a:lstStyle>
          <a:p>
            <a:endParaRPr/>
          </a:p>
        </p:txBody>
      </p:sp>
      <p:sp>
        <p:nvSpPr>
          <p:cNvPr id="55" name="Google Shape;55;p13"/>
          <p:cNvSpPr txBox="1">
            <a:spLocks noGrp="1"/>
          </p:cNvSpPr>
          <p:nvPr>
            <p:ph type="dt" idx="10"/>
          </p:nvPr>
        </p:nvSpPr>
        <p:spPr>
          <a:xfrm>
            <a:off x="822960" y="4844839"/>
            <a:ext cx="1854203"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700" b="0" i="0" u="none" strike="noStrike" cap="none">
                <a:solidFill>
                  <a:srgbClr val="FFFFFF"/>
                </a:solidFill>
                <a:latin typeface="Calibri"/>
                <a:ea typeface="Calibri"/>
                <a:cs typeface="Calibri"/>
                <a:sym typeface="Calibri"/>
              </a:defRPr>
            </a:lvl1pPr>
            <a:lvl2pPr marR="0" lvl="1"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9pPr>
          </a:lstStyle>
          <a:p>
            <a:endParaRPr/>
          </a:p>
        </p:txBody>
      </p:sp>
      <p:sp>
        <p:nvSpPr>
          <p:cNvPr id="56" name="Google Shape;56;p13"/>
          <p:cNvSpPr txBox="1">
            <a:spLocks noGrp="1"/>
          </p:cNvSpPr>
          <p:nvPr>
            <p:ph type="ftr" idx="11"/>
          </p:nvPr>
        </p:nvSpPr>
        <p:spPr>
          <a:xfrm>
            <a:off x="2764639" y="4844839"/>
            <a:ext cx="3617103"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700" b="0" i="0" u="none" strike="noStrike" cap="none">
                <a:solidFill>
                  <a:srgbClr val="FFFFFF"/>
                </a:solidFill>
                <a:latin typeface="Calibri"/>
                <a:ea typeface="Calibri"/>
                <a:cs typeface="Calibri"/>
                <a:sym typeface="Calibri"/>
              </a:defRPr>
            </a:lvl1pPr>
            <a:lvl2pPr marR="0" lvl="1"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9pPr>
          </a:lstStyle>
          <a:p>
            <a:endParaRPr/>
          </a:p>
        </p:txBody>
      </p:sp>
      <p:sp>
        <p:nvSpPr>
          <p:cNvPr id="57" name="Google Shape;57;p13"/>
          <p:cNvSpPr txBox="1">
            <a:spLocks noGrp="1"/>
          </p:cNvSpPr>
          <p:nvPr>
            <p:ph type="sldNum" idx="12"/>
          </p:nvPr>
        </p:nvSpPr>
        <p:spPr>
          <a:xfrm>
            <a:off x="7425344" y="4844839"/>
            <a:ext cx="984019"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800" b="0" i="0" u="none" strike="noStrike" cap="none">
                <a:solidFill>
                  <a:srgbClr val="FFFFFF"/>
                </a:solidFill>
                <a:latin typeface="Calibri"/>
                <a:ea typeface="Calibri"/>
                <a:cs typeface="Calibri"/>
                <a:sym typeface="Calibri"/>
              </a:defRPr>
            </a:lvl1pPr>
            <a:lvl2pPr marL="0" marR="0" lvl="1" indent="0" algn="r" rtl="0">
              <a:spcBef>
                <a:spcPts val="0"/>
              </a:spcBef>
              <a:buNone/>
              <a:defRPr sz="800" b="0" i="0" u="none" strike="noStrike" cap="none">
                <a:solidFill>
                  <a:srgbClr val="FFFFFF"/>
                </a:solidFill>
                <a:latin typeface="Calibri"/>
                <a:ea typeface="Calibri"/>
                <a:cs typeface="Calibri"/>
                <a:sym typeface="Calibri"/>
              </a:defRPr>
            </a:lvl2pPr>
            <a:lvl3pPr marL="0" marR="0" lvl="2" indent="0" algn="r" rtl="0">
              <a:spcBef>
                <a:spcPts val="0"/>
              </a:spcBef>
              <a:buNone/>
              <a:defRPr sz="800" b="0" i="0" u="none" strike="noStrike" cap="none">
                <a:solidFill>
                  <a:srgbClr val="FFFFFF"/>
                </a:solidFill>
                <a:latin typeface="Calibri"/>
                <a:ea typeface="Calibri"/>
                <a:cs typeface="Calibri"/>
                <a:sym typeface="Calibri"/>
              </a:defRPr>
            </a:lvl3pPr>
            <a:lvl4pPr marL="0" marR="0" lvl="3" indent="0" algn="r" rtl="0">
              <a:spcBef>
                <a:spcPts val="0"/>
              </a:spcBef>
              <a:buNone/>
              <a:defRPr sz="800" b="0" i="0" u="none" strike="noStrike" cap="none">
                <a:solidFill>
                  <a:srgbClr val="FFFFFF"/>
                </a:solidFill>
                <a:latin typeface="Calibri"/>
                <a:ea typeface="Calibri"/>
                <a:cs typeface="Calibri"/>
                <a:sym typeface="Calibri"/>
              </a:defRPr>
            </a:lvl4pPr>
            <a:lvl5pPr marL="0" marR="0" lvl="4" indent="0" algn="r" rtl="0">
              <a:spcBef>
                <a:spcPts val="0"/>
              </a:spcBef>
              <a:buNone/>
              <a:defRPr sz="800" b="0" i="0" u="none" strike="noStrike" cap="none">
                <a:solidFill>
                  <a:srgbClr val="FFFFFF"/>
                </a:solidFill>
                <a:latin typeface="Calibri"/>
                <a:ea typeface="Calibri"/>
                <a:cs typeface="Calibri"/>
                <a:sym typeface="Calibri"/>
              </a:defRPr>
            </a:lvl5pPr>
            <a:lvl6pPr marL="0" marR="0" lvl="5" indent="0" algn="r" rtl="0">
              <a:spcBef>
                <a:spcPts val="0"/>
              </a:spcBef>
              <a:buNone/>
              <a:defRPr sz="800" b="0" i="0" u="none" strike="noStrike" cap="none">
                <a:solidFill>
                  <a:srgbClr val="FFFFFF"/>
                </a:solidFill>
                <a:latin typeface="Calibri"/>
                <a:ea typeface="Calibri"/>
                <a:cs typeface="Calibri"/>
                <a:sym typeface="Calibri"/>
              </a:defRPr>
            </a:lvl6pPr>
            <a:lvl7pPr marL="0" marR="0" lvl="6" indent="0" algn="r" rtl="0">
              <a:spcBef>
                <a:spcPts val="0"/>
              </a:spcBef>
              <a:buNone/>
              <a:defRPr sz="800" b="0" i="0" u="none" strike="noStrike" cap="none">
                <a:solidFill>
                  <a:srgbClr val="FFFFFF"/>
                </a:solidFill>
                <a:latin typeface="Calibri"/>
                <a:ea typeface="Calibri"/>
                <a:cs typeface="Calibri"/>
                <a:sym typeface="Calibri"/>
              </a:defRPr>
            </a:lvl7pPr>
            <a:lvl8pPr marL="0" marR="0" lvl="7" indent="0" algn="r" rtl="0">
              <a:spcBef>
                <a:spcPts val="0"/>
              </a:spcBef>
              <a:buNone/>
              <a:defRPr sz="800" b="0" i="0" u="none" strike="noStrike" cap="none">
                <a:solidFill>
                  <a:srgbClr val="FFFFFF"/>
                </a:solidFill>
                <a:latin typeface="Calibri"/>
                <a:ea typeface="Calibri"/>
                <a:cs typeface="Calibri"/>
                <a:sym typeface="Calibri"/>
              </a:defRPr>
            </a:lvl8pPr>
            <a:lvl9pPr marL="0" marR="0" lvl="8" indent="0" algn="r" rtl="0">
              <a:spcBef>
                <a:spcPts val="0"/>
              </a:spcBef>
              <a:buNone/>
              <a:defRPr sz="800" b="0" i="0" u="none" strike="noStrike" cap="none">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cxnSp>
        <p:nvCxnSpPr>
          <p:cNvPr id="58" name="Google Shape;58;p13"/>
          <p:cNvCxnSpPr/>
          <p:nvPr/>
        </p:nvCxnSpPr>
        <p:spPr>
          <a:xfrm>
            <a:off x="895149" y="1303384"/>
            <a:ext cx="7475220" cy="0"/>
          </a:xfrm>
          <a:prstGeom prst="straightConnector1">
            <a:avLst/>
          </a:prstGeom>
          <a:noFill/>
          <a:ln w="9525" cap="flat" cmpd="sng">
            <a:solidFill>
              <a:srgbClr val="7F7F7F"/>
            </a:solidFill>
            <a:prstDash val="solid"/>
            <a:round/>
            <a:headEnd type="none" w="sm" len="sm"/>
            <a:tailEnd type="none" w="sm" len="sm"/>
          </a:ln>
        </p:spPr>
      </p:cxn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hyperlink" Target="https://www.kaggle.com/c/costa-rican-household-poverty-prediction/data" TargetMode="External"/><Relationship Id="rId2" Type="http://schemas.openxmlformats.org/officeDocument/2006/relationships/notesSlide" Target="../notesSlides/notesSlide4.xml"/><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3" Type="http://schemas.openxmlformats.org/officeDocument/2006/relationships/hyperlink" Target="https://www.kaggle.com/c/costa-rican-household-poverty-prediction/data" TargetMode="External"/><Relationship Id="rId2" Type="http://schemas.openxmlformats.org/officeDocument/2006/relationships/notesSlide" Target="../notesSlides/notesSlide6.xml"/><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hyperlink" Target="http://www.sciencedirect.com/" TargetMode="External"/><Relationship Id="rId2" Type="http://schemas.openxmlformats.org/officeDocument/2006/relationships/notesSlide" Target="../notesSlides/notesSlide13.xml"/><Relationship Id="rId1" Type="http://schemas.openxmlformats.org/officeDocument/2006/relationships/slideLayout" Target="../slideLayouts/slideLayout13.xml"/><Relationship Id="rId6" Type="http://schemas.openxmlformats.org/officeDocument/2006/relationships/hyperlink" Target="https://ieeexplore.ieee.org/" TargetMode="External"/><Relationship Id="rId5" Type="http://schemas.openxmlformats.org/officeDocument/2006/relationships/hyperlink" Target="https://sci-hub.se/" TargetMode="External"/><Relationship Id="rId4" Type="http://schemas.openxmlformats.org/officeDocument/2006/relationships/hyperlink" Target="http://www.wikipedia.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25"/>
          <p:cNvSpPr txBox="1">
            <a:spLocks noGrp="1"/>
          </p:cNvSpPr>
          <p:nvPr>
            <p:ph type="ctrTitle"/>
          </p:nvPr>
        </p:nvSpPr>
        <p:spPr>
          <a:xfrm>
            <a:off x="617223" y="291350"/>
            <a:ext cx="6694800" cy="500700"/>
          </a:xfrm>
          <a:prstGeom prst="rect">
            <a:avLst/>
          </a:prstGeom>
          <a:noFill/>
          <a:ln>
            <a:noFill/>
          </a:ln>
        </p:spPr>
        <p:txBody>
          <a:bodyPr spcFirstLastPara="1" wrap="square" lIns="68575" tIns="34275" rIns="68575" bIns="34275" anchor="b" anchorCtr="0">
            <a:noAutofit/>
          </a:bodyPr>
          <a:lstStyle/>
          <a:p>
            <a:pPr marL="0" lvl="0" indent="0" algn="l" rtl="0">
              <a:lnSpc>
                <a:spcPct val="85000"/>
              </a:lnSpc>
              <a:spcBef>
                <a:spcPts val="0"/>
              </a:spcBef>
              <a:spcAft>
                <a:spcPts val="0"/>
              </a:spcAft>
              <a:buClr>
                <a:srgbClr val="262626"/>
              </a:buClr>
              <a:buSzPts val="2400"/>
              <a:buFont typeface="Calibri"/>
              <a:buNone/>
            </a:pPr>
            <a:r>
              <a:rPr lang="en" sz="2400"/>
              <a:t>CSE3505 – FOUNDATIONS OF DATA ANALYTICS</a:t>
            </a:r>
            <a:endParaRPr/>
          </a:p>
        </p:txBody>
      </p:sp>
      <p:sp>
        <p:nvSpPr>
          <p:cNvPr id="147" name="Google Shape;147;p25"/>
          <p:cNvSpPr txBox="1">
            <a:spLocks noGrp="1"/>
          </p:cNvSpPr>
          <p:nvPr>
            <p:ph type="subTitle" idx="1"/>
          </p:nvPr>
        </p:nvSpPr>
        <p:spPr>
          <a:xfrm>
            <a:off x="977747" y="1534287"/>
            <a:ext cx="7506600" cy="375300"/>
          </a:xfrm>
          <a:prstGeom prst="rect">
            <a:avLst/>
          </a:prstGeom>
          <a:noFill/>
          <a:ln>
            <a:noFill/>
          </a:ln>
        </p:spPr>
        <p:txBody>
          <a:bodyPr spcFirstLastPara="1" wrap="square" lIns="68575" tIns="34275" rIns="68575" bIns="34275" anchor="t" anchorCtr="0">
            <a:noAutofit/>
          </a:bodyPr>
          <a:lstStyle/>
          <a:p>
            <a:pPr marL="0" lvl="0" indent="0" algn="l" rtl="0">
              <a:lnSpc>
                <a:spcPct val="90000"/>
              </a:lnSpc>
              <a:spcBef>
                <a:spcPts val="0"/>
              </a:spcBef>
              <a:spcAft>
                <a:spcPts val="0"/>
              </a:spcAft>
              <a:buSzPts val="1500"/>
              <a:buNone/>
            </a:pPr>
            <a:r>
              <a:rPr lang="en" sz="1500">
                <a:latin typeface="Algerian"/>
                <a:ea typeface="Algerian"/>
                <a:cs typeface="Algerian"/>
                <a:sym typeface="Algerian"/>
              </a:rPr>
              <a:t>PROJECT TITLE - </a:t>
            </a:r>
            <a:r>
              <a:rPr lang="en" sz="1500" b="1" i="0" u="none" strike="noStrike">
                <a:solidFill>
                  <a:srgbClr val="000000"/>
                </a:solidFill>
                <a:latin typeface="Algerian"/>
                <a:ea typeface="Algerian"/>
                <a:cs typeface="Algerian"/>
                <a:sym typeface="Algerian"/>
              </a:rPr>
              <a:t> ESTIMATION OF CITIZENS BELOW THE POVERTY LINE</a:t>
            </a:r>
            <a:endParaRPr sz="1500">
              <a:latin typeface="Algerian"/>
              <a:ea typeface="Algerian"/>
              <a:cs typeface="Algerian"/>
              <a:sym typeface="Algerian"/>
            </a:endParaRPr>
          </a:p>
        </p:txBody>
      </p:sp>
      <p:sp>
        <p:nvSpPr>
          <p:cNvPr id="148" name="Google Shape;148;p25"/>
          <p:cNvSpPr txBox="1"/>
          <p:nvPr/>
        </p:nvSpPr>
        <p:spPr>
          <a:xfrm>
            <a:off x="2817342" y="1029366"/>
            <a:ext cx="3827400" cy="3462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 sz="1800" b="1" i="0" u="sng" strike="noStrike" cap="none">
                <a:solidFill>
                  <a:schemeClr val="dk1"/>
                </a:solidFill>
                <a:latin typeface="Calibri"/>
                <a:ea typeface="Calibri"/>
                <a:cs typeface="Calibri"/>
                <a:sym typeface="Calibri"/>
              </a:rPr>
              <a:t>J – COMPONENT REVIEW ONE</a:t>
            </a:r>
            <a:endParaRPr sz="1800" b="1" u="sng"/>
          </a:p>
        </p:txBody>
      </p:sp>
      <p:sp>
        <p:nvSpPr>
          <p:cNvPr id="149" name="Google Shape;149;p25"/>
          <p:cNvSpPr txBox="1"/>
          <p:nvPr/>
        </p:nvSpPr>
        <p:spPr>
          <a:xfrm>
            <a:off x="910726" y="2411575"/>
            <a:ext cx="4298400" cy="7158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 sz="1400" b="1">
                <a:solidFill>
                  <a:schemeClr val="dk1"/>
                </a:solidFill>
                <a:latin typeface="Calibri"/>
                <a:ea typeface="Calibri"/>
                <a:cs typeface="Calibri"/>
                <a:sym typeface="Calibri"/>
              </a:rPr>
              <a:t>Team Details – Our team contains of 4 members </a:t>
            </a:r>
            <a:endParaRPr sz="1100"/>
          </a:p>
          <a:p>
            <a:pPr marL="0" marR="0" lvl="0" indent="0" algn="l" rtl="0">
              <a:spcBef>
                <a:spcPts val="0"/>
              </a:spcBef>
              <a:spcAft>
                <a:spcPts val="0"/>
              </a:spcAft>
              <a:buNone/>
            </a:pPr>
            <a:endParaRPr sz="1400">
              <a:solidFill>
                <a:schemeClr val="dk1"/>
              </a:solidFill>
              <a:latin typeface="Calibri"/>
              <a:ea typeface="Calibri"/>
              <a:cs typeface="Calibri"/>
              <a:sym typeface="Calibri"/>
            </a:endParaRPr>
          </a:p>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graphicFrame>
        <p:nvGraphicFramePr>
          <p:cNvPr id="150" name="Google Shape;150;p25"/>
          <p:cNvGraphicFramePr/>
          <p:nvPr/>
        </p:nvGraphicFramePr>
        <p:xfrm>
          <a:off x="910720" y="2822613"/>
          <a:ext cx="7409950" cy="1536000"/>
        </p:xfrm>
        <a:graphic>
          <a:graphicData uri="http://schemas.openxmlformats.org/drawingml/2006/table">
            <a:tbl>
              <a:tblPr firstRow="1" bandRow="1">
                <a:noFill/>
                <a:tableStyleId>{5983BBA6-59BB-45B3-B047-E0D3F677F0B0}</a:tableStyleId>
              </a:tblPr>
              <a:tblGrid>
                <a:gridCol w="3704975">
                  <a:extLst>
                    <a:ext uri="{9D8B030D-6E8A-4147-A177-3AD203B41FA5}">
                      <a16:colId xmlns:a16="http://schemas.microsoft.com/office/drawing/2014/main" val="20000"/>
                    </a:ext>
                  </a:extLst>
                </a:gridCol>
                <a:gridCol w="3704975">
                  <a:extLst>
                    <a:ext uri="{9D8B030D-6E8A-4147-A177-3AD203B41FA5}">
                      <a16:colId xmlns:a16="http://schemas.microsoft.com/office/drawing/2014/main" val="20001"/>
                    </a:ext>
                  </a:extLst>
                </a:gridCol>
              </a:tblGrid>
              <a:tr h="307200">
                <a:tc>
                  <a:txBody>
                    <a:bodyPr/>
                    <a:lstStyle/>
                    <a:p>
                      <a:pPr marL="0" marR="0" lvl="0" indent="0" algn="l" rtl="0">
                        <a:spcBef>
                          <a:spcPts val="0"/>
                        </a:spcBef>
                        <a:spcAft>
                          <a:spcPts val="0"/>
                        </a:spcAft>
                        <a:buNone/>
                      </a:pPr>
                      <a:r>
                        <a:rPr lang="en" sz="1400" u="none" strike="noStrike" cap="none"/>
                        <a:t>NAME </a:t>
                      </a:r>
                      <a:endParaRPr sz="1100"/>
                    </a:p>
                  </a:txBody>
                  <a:tcPr marL="68600" marR="68600" marT="34300" marB="34300"/>
                </a:tc>
                <a:tc>
                  <a:txBody>
                    <a:bodyPr/>
                    <a:lstStyle/>
                    <a:p>
                      <a:pPr marL="0" marR="0" lvl="0" indent="0" algn="l" rtl="0">
                        <a:spcBef>
                          <a:spcPts val="0"/>
                        </a:spcBef>
                        <a:spcAft>
                          <a:spcPts val="0"/>
                        </a:spcAft>
                        <a:buNone/>
                      </a:pPr>
                      <a:r>
                        <a:rPr lang="en" sz="1400"/>
                        <a:t>REGISTER NUMBER</a:t>
                      </a:r>
                      <a:endParaRPr sz="1100"/>
                    </a:p>
                  </a:txBody>
                  <a:tcPr marL="68600" marR="68600" marT="34300" marB="34300"/>
                </a:tc>
                <a:extLst>
                  <a:ext uri="{0D108BD9-81ED-4DB2-BD59-A6C34878D82A}">
                    <a16:rowId xmlns:a16="http://schemas.microsoft.com/office/drawing/2014/main" val="10000"/>
                  </a:ext>
                </a:extLst>
              </a:tr>
              <a:tr h="307200">
                <a:tc>
                  <a:txBody>
                    <a:bodyPr/>
                    <a:lstStyle/>
                    <a:p>
                      <a:pPr marL="0" marR="0" lvl="0" indent="0" algn="l" rtl="0">
                        <a:spcBef>
                          <a:spcPts val="0"/>
                        </a:spcBef>
                        <a:spcAft>
                          <a:spcPts val="0"/>
                        </a:spcAft>
                        <a:buNone/>
                      </a:pPr>
                      <a:r>
                        <a:rPr lang="en" sz="1400"/>
                        <a:t>KHUSHI MATTU</a:t>
                      </a:r>
                      <a:endParaRPr sz="1100"/>
                    </a:p>
                  </a:txBody>
                  <a:tcPr marL="68600" marR="68600" marT="34300" marB="34300"/>
                </a:tc>
                <a:tc>
                  <a:txBody>
                    <a:bodyPr/>
                    <a:lstStyle/>
                    <a:p>
                      <a:pPr marL="0" marR="0" lvl="0" indent="0" algn="l" rtl="0">
                        <a:spcBef>
                          <a:spcPts val="0"/>
                        </a:spcBef>
                        <a:spcAft>
                          <a:spcPts val="0"/>
                        </a:spcAft>
                        <a:buNone/>
                      </a:pPr>
                      <a:r>
                        <a:rPr lang="en" sz="1400"/>
                        <a:t>20BCE1189</a:t>
                      </a:r>
                      <a:endParaRPr sz="1100"/>
                    </a:p>
                  </a:txBody>
                  <a:tcPr marL="68600" marR="68600" marT="34300" marB="34300"/>
                </a:tc>
                <a:extLst>
                  <a:ext uri="{0D108BD9-81ED-4DB2-BD59-A6C34878D82A}">
                    <a16:rowId xmlns:a16="http://schemas.microsoft.com/office/drawing/2014/main" val="10001"/>
                  </a:ext>
                </a:extLst>
              </a:tr>
              <a:tr h="307200">
                <a:tc>
                  <a:txBody>
                    <a:bodyPr/>
                    <a:lstStyle/>
                    <a:p>
                      <a:pPr marL="0" marR="0" lvl="0" indent="0" algn="l" rtl="0">
                        <a:spcBef>
                          <a:spcPts val="0"/>
                        </a:spcBef>
                        <a:spcAft>
                          <a:spcPts val="0"/>
                        </a:spcAft>
                        <a:buNone/>
                      </a:pPr>
                      <a:r>
                        <a:rPr lang="en" sz="1400"/>
                        <a:t>UDITI GUPTA</a:t>
                      </a:r>
                      <a:endParaRPr sz="1100"/>
                    </a:p>
                  </a:txBody>
                  <a:tcPr marL="68600" marR="68600" marT="34300" marB="34300"/>
                </a:tc>
                <a:tc>
                  <a:txBody>
                    <a:bodyPr/>
                    <a:lstStyle/>
                    <a:p>
                      <a:pPr marL="0" marR="0" lvl="0" indent="0" algn="l" rtl="0">
                        <a:spcBef>
                          <a:spcPts val="0"/>
                        </a:spcBef>
                        <a:spcAft>
                          <a:spcPts val="0"/>
                        </a:spcAft>
                        <a:buNone/>
                      </a:pPr>
                      <a:r>
                        <a:rPr lang="en" sz="1400"/>
                        <a:t>20BCE1445</a:t>
                      </a:r>
                      <a:endParaRPr sz="1100"/>
                    </a:p>
                  </a:txBody>
                  <a:tcPr marL="68600" marR="68600" marT="34300" marB="34300"/>
                </a:tc>
                <a:extLst>
                  <a:ext uri="{0D108BD9-81ED-4DB2-BD59-A6C34878D82A}">
                    <a16:rowId xmlns:a16="http://schemas.microsoft.com/office/drawing/2014/main" val="10002"/>
                  </a:ext>
                </a:extLst>
              </a:tr>
              <a:tr h="307200">
                <a:tc>
                  <a:txBody>
                    <a:bodyPr/>
                    <a:lstStyle/>
                    <a:p>
                      <a:pPr marL="0" marR="0" lvl="0" indent="0" algn="l" rtl="0">
                        <a:spcBef>
                          <a:spcPts val="0"/>
                        </a:spcBef>
                        <a:spcAft>
                          <a:spcPts val="0"/>
                        </a:spcAft>
                        <a:buNone/>
                      </a:pPr>
                      <a:r>
                        <a:rPr lang="en" sz="1400"/>
                        <a:t>ANSH GOEL</a:t>
                      </a:r>
                      <a:endParaRPr sz="1100"/>
                    </a:p>
                  </a:txBody>
                  <a:tcPr marL="68600" marR="68600" marT="34300" marB="34300"/>
                </a:tc>
                <a:tc>
                  <a:txBody>
                    <a:bodyPr/>
                    <a:lstStyle/>
                    <a:p>
                      <a:pPr marL="0" marR="0" lvl="0" indent="0" algn="l" rtl="0">
                        <a:spcBef>
                          <a:spcPts val="0"/>
                        </a:spcBef>
                        <a:spcAft>
                          <a:spcPts val="0"/>
                        </a:spcAft>
                        <a:buNone/>
                      </a:pPr>
                      <a:r>
                        <a:rPr lang="en" sz="1400"/>
                        <a:t>20BCE1798</a:t>
                      </a:r>
                      <a:endParaRPr sz="1100"/>
                    </a:p>
                  </a:txBody>
                  <a:tcPr marL="68600" marR="68600" marT="34300" marB="34300"/>
                </a:tc>
                <a:extLst>
                  <a:ext uri="{0D108BD9-81ED-4DB2-BD59-A6C34878D82A}">
                    <a16:rowId xmlns:a16="http://schemas.microsoft.com/office/drawing/2014/main" val="10003"/>
                  </a:ext>
                </a:extLst>
              </a:tr>
              <a:tr h="307200">
                <a:tc>
                  <a:txBody>
                    <a:bodyPr/>
                    <a:lstStyle/>
                    <a:p>
                      <a:pPr marL="0" marR="0" lvl="0" indent="0" algn="l" rtl="0">
                        <a:spcBef>
                          <a:spcPts val="0"/>
                        </a:spcBef>
                        <a:spcAft>
                          <a:spcPts val="0"/>
                        </a:spcAft>
                        <a:buNone/>
                      </a:pPr>
                      <a:r>
                        <a:rPr lang="en" sz="1400"/>
                        <a:t>JESMINE AKHTER</a:t>
                      </a:r>
                      <a:endParaRPr sz="1100"/>
                    </a:p>
                  </a:txBody>
                  <a:tcPr marL="68600" marR="68600" marT="34300" marB="34300"/>
                </a:tc>
                <a:tc>
                  <a:txBody>
                    <a:bodyPr/>
                    <a:lstStyle/>
                    <a:p>
                      <a:pPr marL="0" marR="0" lvl="0" indent="0" algn="l" rtl="0">
                        <a:spcBef>
                          <a:spcPts val="0"/>
                        </a:spcBef>
                        <a:spcAft>
                          <a:spcPts val="0"/>
                        </a:spcAft>
                        <a:buNone/>
                      </a:pPr>
                      <a:r>
                        <a:rPr lang="en" sz="1400"/>
                        <a:t>20BCE1945</a:t>
                      </a:r>
                      <a:endParaRPr sz="1100"/>
                    </a:p>
                  </a:txBody>
                  <a:tcPr marL="68600" marR="68600" marT="34300" marB="34300"/>
                </a:tc>
                <a:extLst>
                  <a:ext uri="{0D108BD9-81ED-4DB2-BD59-A6C34878D82A}">
                    <a16:rowId xmlns:a16="http://schemas.microsoft.com/office/drawing/2014/main" val="10004"/>
                  </a:ext>
                </a:extLst>
              </a:tr>
            </a:tbl>
          </a:graphicData>
        </a:graphic>
      </p:graphicFrame>
      <p:pic>
        <p:nvPicPr>
          <p:cNvPr id="151" name="Google Shape;151;p25"/>
          <p:cNvPicPr preferRelativeResize="0"/>
          <p:nvPr/>
        </p:nvPicPr>
        <p:blipFill rotWithShape="1">
          <a:blip r:embed="rId3">
            <a:alphaModFix/>
          </a:blip>
          <a:srcRect/>
          <a:stretch/>
        </p:blipFill>
        <p:spPr>
          <a:xfrm>
            <a:off x="7604595" y="0"/>
            <a:ext cx="1353451" cy="1411790"/>
          </a:xfrm>
          <a:prstGeom prst="rect">
            <a:avLst/>
          </a:prstGeom>
          <a:noFill/>
          <a:ln>
            <a:noFill/>
          </a:ln>
        </p:spPr>
      </p:pic>
      <p:sp>
        <p:nvSpPr>
          <p:cNvPr id="152" name="Google Shape;152;p25"/>
          <p:cNvSpPr txBox="1"/>
          <p:nvPr/>
        </p:nvSpPr>
        <p:spPr>
          <a:xfrm>
            <a:off x="910725" y="2011375"/>
            <a:ext cx="12624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u="sng">
                <a:latin typeface="Calibri"/>
                <a:ea typeface="Calibri"/>
                <a:cs typeface="Calibri"/>
                <a:sym typeface="Calibri"/>
              </a:rPr>
              <a:t>TEAM E</a:t>
            </a:r>
            <a:endParaRPr u="sng">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26"/>
          <p:cNvSpPr txBox="1">
            <a:spLocks noGrp="1"/>
          </p:cNvSpPr>
          <p:nvPr>
            <p:ph type="title"/>
          </p:nvPr>
        </p:nvSpPr>
        <p:spPr>
          <a:xfrm>
            <a:off x="822960" y="214952"/>
            <a:ext cx="7543800" cy="832283"/>
          </a:xfrm>
          <a:prstGeom prst="rect">
            <a:avLst/>
          </a:prstGeom>
          <a:noFill/>
          <a:ln>
            <a:noFill/>
          </a:ln>
        </p:spPr>
        <p:txBody>
          <a:bodyPr spcFirstLastPara="1" wrap="square" lIns="68575" tIns="34275" rIns="68575" bIns="34275" anchor="b" anchorCtr="0">
            <a:normAutofit/>
          </a:bodyPr>
          <a:lstStyle/>
          <a:p>
            <a:pPr marL="520700" lvl="0" indent="-520700" algn="l" rtl="0">
              <a:lnSpc>
                <a:spcPct val="85000"/>
              </a:lnSpc>
              <a:spcBef>
                <a:spcPts val="0"/>
              </a:spcBef>
              <a:spcAft>
                <a:spcPts val="0"/>
              </a:spcAft>
              <a:buClr>
                <a:srgbClr val="3F3F3F"/>
              </a:buClr>
              <a:buSzPts val="3600"/>
              <a:buFont typeface="Noto Sans Symbols"/>
              <a:buChar char="❑"/>
            </a:pPr>
            <a:r>
              <a:rPr lang="en"/>
              <a:t>PROBLEM STATEMENT</a:t>
            </a:r>
            <a:endParaRPr/>
          </a:p>
        </p:txBody>
      </p:sp>
      <p:sp>
        <p:nvSpPr>
          <p:cNvPr id="158" name="Google Shape;158;p26"/>
          <p:cNvSpPr txBox="1">
            <a:spLocks noGrp="1"/>
          </p:cNvSpPr>
          <p:nvPr>
            <p:ph type="body" idx="1"/>
          </p:nvPr>
        </p:nvSpPr>
        <p:spPr>
          <a:xfrm>
            <a:off x="822960" y="1384301"/>
            <a:ext cx="7543800" cy="3017520"/>
          </a:xfrm>
          <a:prstGeom prst="rect">
            <a:avLst/>
          </a:prstGeom>
          <a:noFill/>
          <a:ln>
            <a:noFill/>
          </a:ln>
        </p:spPr>
        <p:txBody>
          <a:bodyPr spcFirstLastPara="1" wrap="square" lIns="0" tIns="34275" rIns="0" bIns="34275" anchor="t" anchorCtr="0">
            <a:normAutofit/>
          </a:bodyPr>
          <a:lstStyle/>
          <a:p>
            <a:pPr marL="63500" lvl="0" indent="-95250" algn="l" rtl="0">
              <a:lnSpc>
                <a:spcPct val="90000"/>
              </a:lnSpc>
              <a:spcBef>
                <a:spcPts val="0"/>
              </a:spcBef>
              <a:spcAft>
                <a:spcPts val="0"/>
              </a:spcAft>
              <a:buSzPts val="1500"/>
              <a:buChar char=" "/>
            </a:pPr>
            <a:r>
              <a:rPr lang="en">
                <a:solidFill>
                  <a:srgbClr val="000000"/>
                </a:solidFill>
                <a:latin typeface="Times New Roman"/>
                <a:ea typeface="Times New Roman"/>
                <a:cs typeface="Times New Roman"/>
                <a:sym typeface="Times New Roman"/>
              </a:rPr>
              <a:t>Poverty is one of the major obstacles that is hindering our country’s progress in today’s times. But to help the people who are stuck in the vicious cycle of poverty, one has to first categorize whether a person lives in poverty or not. Although the government has tried to elevate this situation by providing numerous social programs, most of the time these programs are not of great help as they are not able to correctly determine the target audience. Through our project we plan to classify people into various levels of poverty</a:t>
            </a:r>
            <a:r>
              <a:rPr lang="en" b="1">
                <a:solidFill>
                  <a:srgbClr val="000000"/>
                </a:solidFill>
                <a:latin typeface="Times New Roman"/>
                <a:ea typeface="Times New Roman"/>
                <a:cs typeface="Times New Roman"/>
                <a:sym typeface="Times New Roman"/>
              </a:rPr>
              <a:t>.</a:t>
            </a:r>
            <a:endParaRPr/>
          </a:p>
          <a:p>
            <a:pPr marL="63500" lvl="0" indent="0" algn="l" rtl="0">
              <a:lnSpc>
                <a:spcPct val="90000"/>
              </a:lnSpc>
              <a:spcBef>
                <a:spcPts val="1100"/>
              </a:spcBef>
              <a:spcAft>
                <a:spcPts val="0"/>
              </a:spcAft>
              <a:buSzPts val="1500"/>
              <a:buNone/>
            </a:pP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27"/>
          <p:cNvSpPr txBox="1">
            <a:spLocks noGrp="1"/>
          </p:cNvSpPr>
          <p:nvPr>
            <p:ph type="title"/>
          </p:nvPr>
        </p:nvSpPr>
        <p:spPr>
          <a:xfrm>
            <a:off x="800100" y="1764423"/>
            <a:ext cx="7543800" cy="698700"/>
          </a:xfrm>
          <a:prstGeom prst="rect">
            <a:avLst/>
          </a:prstGeom>
          <a:noFill/>
          <a:ln>
            <a:noFill/>
          </a:ln>
        </p:spPr>
        <p:txBody>
          <a:bodyPr spcFirstLastPara="1" wrap="square" lIns="68575" tIns="34275" rIns="68575" bIns="34275" anchor="b" anchorCtr="0">
            <a:normAutofit/>
          </a:bodyPr>
          <a:lstStyle/>
          <a:p>
            <a:pPr marL="520700" lvl="0" indent="-520700" algn="l" rtl="0">
              <a:lnSpc>
                <a:spcPct val="85000"/>
              </a:lnSpc>
              <a:spcBef>
                <a:spcPts val="0"/>
              </a:spcBef>
              <a:spcAft>
                <a:spcPts val="0"/>
              </a:spcAft>
              <a:buClr>
                <a:srgbClr val="3F3F3F"/>
              </a:buClr>
              <a:buSzPts val="3600"/>
              <a:buFont typeface="Noto Sans Symbols"/>
              <a:buChar char="❑"/>
            </a:pPr>
            <a:r>
              <a:rPr lang="en"/>
              <a:t>LITERATURE SURVEY</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graphicFrame>
        <p:nvGraphicFramePr>
          <p:cNvPr id="168" name="Google Shape;168;p28"/>
          <p:cNvGraphicFramePr/>
          <p:nvPr/>
        </p:nvGraphicFramePr>
        <p:xfrm>
          <a:off x="383450" y="858175"/>
          <a:ext cx="8489900" cy="3630549"/>
        </p:xfrm>
        <a:graphic>
          <a:graphicData uri="http://schemas.openxmlformats.org/drawingml/2006/table">
            <a:tbl>
              <a:tblPr bandRow="1">
                <a:noFill/>
                <a:tableStyleId>{0806DBE0-F09E-4973-A36D-4656862F037F}</a:tableStyleId>
              </a:tblPr>
              <a:tblGrid>
                <a:gridCol w="356500">
                  <a:extLst>
                    <a:ext uri="{9D8B030D-6E8A-4147-A177-3AD203B41FA5}">
                      <a16:colId xmlns:a16="http://schemas.microsoft.com/office/drawing/2014/main" val="20000"/>
                    </a:ext>
                  </a:extLst>
                </a:gridCol>
                <a:gridCol w="942375">
                  <a:extLst>
                    <a:ext uri="{9D8B030D-6E8A-4147-A177-3AD203B41FA5}">
                      <a16:colId xmlns:a16="http://schemas.microsoft.com/office/drawing/2014/main" val="20001"/>
                    </a:ext>
                  </a:extLst>
                </a:gridCol>
                <a:gridCol w="814750">
                  <a:extLst>
                    <a:ext uri="{9D8B030D-6E8A-4147-A177-3AD203B41FA5}">
                      <a16:colId xmlns:a16="http://schemas.microsoft.com/office/drawing/2014/main" val="20002"/>
                    </a:ext>
                  </a:extLst>
                </a:gridCol>
                <a:gridCol w="1384400">
                  <a:extLst>
                    <a:ext uri="{9D8B030D-6E8A-4147-A177-3AD203B41FA5}">
                      <a16:colId xmlns:a16="http://schemas.microsoft.com/office/drawing/2014/main" val="20003"/>
                    </a:ext>
                  </a:extLst>
                </a:gridCol>
                <a:gridCol w="2580700">
                  <a:extLst>
                    <a:ext uri="{9D8B030D-6E8A-4147-A177-3AD203B41FA5}">
                      <a16:colId xmlns:a16="http://schemas.microsoft.com/office/drawing/2014/main" val="20004"/>
                    </a:ext>
                  </a:extLst>
                </a:gridCol>
                <a:gridCol w="762375">
                  <a:extLst>
                    <a:ext uri="{9D8B030D-6E8A-4147-A177-3AD203B41FA5}">
                      <a16:colId xmlns:a16="http://schemas.microsoft.com/office/drawing/2014/main" val="20005"/>
                    </a:ext>
                  </a:extLst>
                </a:gridCol>
                <a:gridCol w="1648800">
                  <a:extLst>
                    <a:ext uri="{9D8B030D-6E8A-4147-A177-3AD203B41FA5}">
                      <a16:colId xmlns:a16="http://schemas.microsoft.com/office/drawing/2014/main" val="20006"/>
                    </a:ext>
                  </a:extLst>
                </a:gridCol>
              </a:tblGrid>
              <a:tr h="3321550">
                <a:tc>
                  <a:txBody>
                    <a:bodyPr/>
                    <a:lstStyle/>
                    <a:p>
                      <a:pPr marL="0" lvl="0" indent="0" algn="l" rtl="0">
                        <a:spcBef>
                          <a:spcPts val="0"/>
                        </a:spcBef>
                        <a:spcAft>
                          <a:spcPts val="0"/>
                        </a:spcAft>
                        <a:buNone/>
                      </a:pPr>
                      <a:r>
                        <a:rPr lang="en" sz="1200">
                          <a:latin typeface="Times New Roman"/>
                          <a:ea typeface="Times New Roman"/>
                          <a:cs typeface="Times New Roman"/>
                          <a:sym typeface="Times New Roman"/>
                        </a:rPr>
                        <a:t>1</a:t>
                      </a:r>
                      <a:endParaRPr sz="1200">
                        <a:latin typeface="Times New Roman"/>
                        <a:ea typeface="Times New Roman"/>
                        <a:cs typeface="Times New Roman"/>
                        <a:sym typeface="Times New Roman"/>
                      </a:endParaRPr>
                    </a:p>
                  </a:txBody>
                  <a:tcPr marL="68575" marR="68575" marT="0" marB="0"/>
                </a:tc>
                <a:tc>
                  <a:txBody>
                    <a:bodyPr/>
                    <a:lstStyle/>
                    <a:p>
                      <a:pPr marL="0" lvl="0" indent="0" algn="l" rtl="0">
                        <a:spcBef>
                          <a:spcPts val="0"/>
                        </a:spcBef>
                        <a:spcAft>
                          <a:spcPts val="0"/>
                        </a:spcAft>
                        <a:buNone/>
                      </a:pPr>
                      <a:r>
                        <a:rPr lang="en" sz="1200">
                          <a:latin typeface="Times New Roman"/>
                          <a:ea typeface="Times New Roman"/>
                          <a:cs typeface="Times New Roman"/>
                          <a:sym typeface="Times New Roman"/>
                        </a:rPr>
                        <a:t>Poverty Level characterization via feature selection and machine learning</a:t>
                      </a:r>
                      <a:endParaRPr sz="1200">
                        <a:latin typeface="Times New Roman"/>
                        <a:ea typeface="Times New Roman"/>
                        <a:cs typeface="Times New Roman"/>
                        <a:sym typeface="Times New Roman"/>
                      </a:endParaRPr>
                    </a:p>
                  </a:txBody>
                  <a:tcPr marL="68575" marR="68575" marT="0" marB="0"/>
                </a:tc>
                <a:tc>
                  <a:txBody>
                    <a:bodyPr/>
                    <a:lstStyle/>
                    <a:p>
                      <a:pPr marL="0" lvl="0" indent="0" algn="l" rtl="0">
                        <a:spcBef>
                          <a:spcPts val="0"/>
                        </a:spcBef>
                        <a:spcAft>
                          <a:spcPts val="0"/>
                        </a:spcAft>
                        <a:buNone/>
                      </a:pPr>
                      <a:r>
                        <a:rPr lang="en" sz="1200">
                          <a:latin typeface="Times New Roman"/>
                          <a:ea typeface="Times New Roman"/>
                          <a:cs typeface="Times New Roman"/>
                          <a:sym typeface="Times New Roman"/>
                        </a:rPr>
                        <a:t>IEEE, 2019</a:t>
                      </a:r>
                      <a:endParaRPr sz="1200">
                        <a:latin typeface="Times New Roman"/>
                        <a:ea typeface="Times New Roman"/>
                        <a:cs typeface="Times New Roman"/>
                        <a:sym typeface="Times New Roman"/>
                      </a:endParaRPr>
                    </a:p>
                  </a:txBody>
                  <a:tcPr marL="68575" marR="68575" marT="0" marB="0"/>
                </a:tc>
                <a:tc>
                  <a:txBody>
                    <a:bodyPr/>
                    <a:lstStyle/>
                    <a:p>
                      <a:pPr marL="0" lvl="0" indent="0" algn="l" rtl="0">
                        <a:spcBef>
                          <a:spcPts val="0"/>
                        </a:spcBef>
                        <a:spcAft>
                          <a:spcPts val="0"/>
                        </a:spcAft>
                        <a:buNone/>
                      </a:pPr>
                      <a:r>
                        <a:rPr lang="en" sz="1200">
                          <a:latin typeface="Times New Roman"/>
                          <a:ea typeface="Times New Roman"/>
                          <a:cs typeface="Times New Roman"/>
                          <a:sym typeface="Times New Roman"/>
                        </a:rPr>
                        <a:t>Costa Rican Household data provided by Inter-American Development Bank :</a:t>
                      </a:r>
                      <a:endParaRPr sz="1200">
                        <a:latin typeface="Times New Roman"/>
                        <a:ea typeface="Times New Roman"/>
                        <a:cs typeface="Times New Roman"/>
                        <a:sym typeface="Times New Roman"/>
                      </a:endParaRPr>
                    </a:p>
                    <a:p>
                      <a:pPr marL="0" lvl="0" indent="0" algn="l" rtl="0">
                        <a:lnSpc>
                          <a:spcPct val="115000"/>
                        </a:lnSpc>
                        <a:spcBef>
                          <a:spcPts val="0"/>
                        </a:spcBef>
                        <a:spcAft>
                          <a:spcPts val="0"/>
                        </a:spcAft>
                        <a:buNone/>
                      </a:pPr>
                      <a:r>
                        <a:rPr lang="en" sz="1200">
                          <a:latin typeface="Times New Roman"/>
                          <a:ea typeface="Times New Roman"/>
                          <a:cs typeface="Times New Roman"/>
                          <a:sym typeface="Times New Roman"/>
                        </a:rPr>
                        <a:t>143 predictors </a:t>
                      </a:r>
                      <a:endParaRPr sz="1200">
                        <a:latin typeface="Times New Roman"/>
                        <a:ea typeface="Times New Roman"/>
                        <a:cs typeface="Times New Roman"/>
                        <a:sym typeface="Times New Roman"/>
                      </a:endParaRPr>
                    </a:p>
                    <a:p>
                      <a:pPr marL="0" lvl="0" indent="0" algn="l" rtl="0">
                        <a:lnSpc>
                          <a:spcPct val="115000"/>
                        </a:lnSpc>
                        <a:spcBef>
                          <a:spcPts val="0"/>
                        </a:spcBef>
                        <a:spcAft>
                          <a:spcPts val="0"/>
                        </a:spcAft>
                        <a:buNone/>
                      </a:pPr>
                      <a:r>
                        <a:rPr lang="en" sz="1200">
                          <a:latin typeface="Times New Roman"/>
                          <a:ea typeface="Times New Roman"/>
                          <a:cs typeface="Times New Roman"/>
                          <a:sym typeface="Times New Roman"/>
                        </a:rPr>
                        <a:t>9557 observations</a:t>
                      </a:r>
                      <a:endParaRPr sz="1200">
                        <a:latin typeface="Times New Roman"/>
                        <a:ea typeface="Times New Roman"/>
                        <a:cs typeface="Times New Roman"/>
                        <a:sym typeface="Times New Roman"/>
                      </a:endParaRPr>
                    </a:p>
                    <a:p>
                      <a:pPr marL="0" lvl="0" indent="0" algn="l" rtl="0">
                        <a:lnSpc>
                          <a:spcPct val="115000"/>
                        </a:lnSpc>
                        <a:spcBef>
                          <a:spcPts val="0"/>
                        </a:spcBef>
                        <a:spcAft>
                          <a:spcPts val="0"/>
                        </a:spcAft>
                        <a:buNone/>
                      </a:pPr>
                      <a:r>
                        <a:rPr lang="en" sz="1200">
                          <a:latin typeface="Times New Roman"/>
                          <a:ea typeface="Times New Roman"/>
                          <a:cs typeface="Times New Roman"/>
                          <a:sym typeface="Times New Roman"/>
                        </a:rPr>
                        <a:t>4 target class </a:t>
                      </a:r>
                      <a:endParaRPr sz="1200">
                        <a:latin typeface="Times New Roman"/>
                        <a:ea typeface="Times New Roman"/>
                        <a:cs typeface="Times New Roman"/>
                        <a:sym typeface="Times New Roman"/>
                      </a:endParaRPr>
                    </a:p>
                    <a:p>
                      <a:pPr marL="0" lvl="0" indent="0" algn="l" rtl="0">
                        <a:spcBef>
                          <a:spcPts val="1000"/>
                        </a:spcBef>
                        <a:spcAft>
                          <a:spcPts val="0"/>
                        </a:spcAft>
                        <a:buNone/>
                      </a:pPr>
                      <a:endParaRPr sz="1200">
                        <a:latin typeface="Times New Roman"/>
                        <a:ea typeface="Times New Roman"/>
                        <a:cs typeface="Times New Roman"/>
                        <a:sym typeface="Times New Roman"/>
                      </a:endParaRPr>
                    </a:p>
                    <a:p>
                      <a:pPr marL="0" lvl="0" indent="0" algn="l" rtl="0">
                        <a:spcBef>
                          <a:spcPts val="0"/>
                        </a:spcBef>
                        <a:spcAft>
                          <a:spcPts val="0"/>
                        </a:spcAft>
                        <a:buNone/>
                      </a:pPr>
                      <a:r>
                        <a:rPr lang="en" sz="1200" u="sng">
                          <a:solidFill>
                            <a:srgbClr val="0000FF"/>
                          </a:solidFill>
                          <a:latin typeface="Times New Roman"/>
                          <a:ea typeface="Times New Roman"/>
                          <a:cs typeface="Times New Roman"/>
                          <a:sym typeface="Times New Roman"/>
                          <a:hlinkClick r:id="rId3">
                            <a:extLst>
                              <a:ext uri="{A12FA001-AC4F-418D-AE19-62706E023703}">
                                <ahyp:hlinkClr xmlns:ahyp="http://schemas.microsoft.com/office/drawing/2018/hyperlinkcolor" val="tx"/>
                              </a:ext>
                            </a:extLst>
                          </a:hlinkClick>
                        </a:rPr>
                        <a:t>Costa Rican Household Poverty Level Prediction | Kaggle</a:t>
                      </a:r>
                      <a:endParaRPr sz="1200">
                        <a:latin typeface="Times New Roman"/>
                        <a:ea typeface="Times New Roman"/>
                        <a:cs typeface="Times New Roman"/>
                        <a:sym typeface="Times New Roman"/>
                      </a:endParaRPr>
                    </a:p>
                  </a:txBody>
                  <a:tcPr marL="68575" marR="68575" marT="0" marB="0"/>
                </a:tc>
                <a:tc>
                  <a:txBody>
                    <a:bodyPr/>
                    <a:lstStyle/>
                    <a:p>
                      <a:pPr marL="0" lvl="0" indent="0" algn="l" rtl="0">
                        <a:spcBef>
                          <a:spcPts val="0"/>
                        </a:spcBef>
                        <a:spcAft>
                          <a:spcPts val="0"/>
                        </a:spcAft>
                        <a:buNone/>
                      </a:pPr>
                      <a:r>
                        <a:rPr lang="en" sz="1200">
                          <a:latin typeface="Times New Roman"/>
                          <a:ea typeface="Times New Roman"/>
                          <a:cs typeface="Times New Roman"/>
                          <a:sym typeface="Times New Roman"/>
                        </a:rPr>
                        <a:t>Data Preprocessing: </a:t>
                      </a:r>
                      <a:endParaRPr sz="1200">
                        <a:latin typeface="Times New Roman"/>
                        <a:ea typeface="Times New Roman"/>
                        <a:cs typeface="Times New Roman"/>
                        <a:sym typeface="Times New Roman"/>
                      </a:endParaRPr>
                    </a:p>
                    <a:p>
                      <a:pPr marL="0" lvl="0" indent="0" algn="l" rtl="0">
                        <a:lnSpc>
                          <a:spcPct val="115000"/>
                        </a:lnSpc>
                        <a:spcBef>
                          <a:spcPts val="0"/>
                        </a:spcBef>
                        <a:spcAft>
                          <a:spcPts val="0"/>
                        </a:spcAft>
                        <a:buNone/>
                      </a:pPr>
                      <a:r>
                        <a:rPr lang="en" sz="1200">
                          <a:latin typeface="Times New Roman"/>
                          <a:ea typeface="Times New Roman"/>
                          <a:cs typeface="Times New Roman"/>
                          <a:sym typeface="Times New Roman"/>
                        </a:rPr>
                        <a:t>Missing value interpolation</a:t>
                      </a:r>
                      <a:endParaRPr sz="1200">
                        <a:latin typeface="Times New Roman"/>
                        <a:ea typeface="Times New Roman"/>
                        <a:cs typeface="Times New Roman"/>
                        <a:sym typeface="Times New Roman"/>
                      </a:endParaRPr>
                    </a:p>
                    <a:p>
                      <a:pPr marL="0" lvl="0" indent="0" algn="l" rtl="0">
                        <a:lnSpc>
                          <a:spcPct val="115000"/>
                        </a:lnSpc>
                        <a:spcBef>
                          <a:spcPts val="0"/>
                        </a:spcBef>
                        <a:spcAft>
                          <a:spcPts val="0"/>
                        </a:spcAft>
                        <a:buNone/>
                      </a:pPr>
                      <a:r>
                        <a:rPr lang="en" sz="1200">
                          <a:latin typeface="Times New Roman"/>
                          <a:ea typeface="Times New Roman"/>
                          <a:cs typeface="Times New Roman"/>
                          <a:sym typeface="Times New Roman"/>
                        </a:rPr>
                        <a:t>Binarization: transforming 4-class problem into 4 different binary problems</a:t>
                      </a:r>
                      <a:endParaRPr sz="1200">
                        <a:latin typeface="Times New Roman"/>
                        <a:ea typeface="Times New Roman"/>
                        <a:cs typeface="Times New Roman"/>
                        <a:sym typeface="Times New Roman"/>
                      </a:endParaRPr>
                    </a:p>
                    <a:p>
                      <a:pPr marL="0" lvl="0" indent="0" algn="l" rtl="0">
                        <a:lnSpc>
                          <a:spcPct val="115000"/>
                        </a:lnSpc>
                        <a:spcBef>
                          <a:spcPts val="0"/>
                        </a:spcBef>
                        <a:spcAft>
                          <a:spcPts val="0"/>
                        </a:spcAft>
                        <a:buNone/>
                      </a:pPr>
                      <a:r>
                        <a:rPr lang="en" sz="1200">
                          <a:latin typeface="Times New Roman"/>
                          <a:ea typeface="Times New Roman"/>
                          <a:cs typeface="Times New Roman"/>
                          <a:sym typeface="Times New Roman"/>
                        </a:rPr>
                        <a:t>SMOTE to tackle class imbalance due “non-vulnerable” class</a:t>
                      </a:r>
                      <a:endParaRPr sz="1200">
                        <a:latin typeface="Times New Roman"/>
                        <a:ea typeface="Times New Roman"/>
                        <a:cs typeface="Times New Roman"/>
                        <a:sym typeface="Times New Roman"/>
                      </a:endParaRPr>
                    </a:p>
                    <a:p>
                      <a:pPr marL="0" lvl="0" indent="0" algn="l" rtl="0">
                        <a:lnSpc>
                          <a:spcPct val="115000"/>
                        </a:lnSpc>
                        <a:spcBef>
                          <a:spcPts val="0"/>
                        </a:spcBef>
                        <a:spcAft>
                          <a:spcPts val="0"/>
                        </a:spcAft>
                        <a:buNone/>
                      </a:pPr>
                      <a:r>
                        <a:rPr lang="en" sz="1200">
                          <a:latin typeface="Times New Roman"/>
                          <a:ea typeface="Times New Roman"/>
                          <a:cs typeface="Times New Roman"/>
                          <a:sym typeface="Times New Roman"/>
                        </a:rPr>
                        <a:t>Finding discrete subset of features for each class using Wrapper feature selector (Step forward feature selector)</a:t>
                      </a:r>
                      <a:endParaRPr sz="1200">
                        <a:latin typeface="Times New Roman"/>
                        <a:ea typeface="Times New Roman"/>
                        <a:cs typeface="Times New Roman"/>
                        <a:sym typeface="Times New Roman"/>
                      </a:endParaRPr>
                    </a:p>
                    <a:p>
                      <a:pPr marL="0" lvl="0" indent="0" algn="l" rtl="0">
                        <a:lnSpc>
                          <a:spcPct val="115000"/>
                        </a:lnSpc>
                        <a:spcBef>
                          <a:spcPts val="0"/>
                        </a:spcBef>
                        <a:spcAft>
                          <a:spcPts val="0"/>
                        </a:spcAft>
                        <a:buNone/>
                      </a:pPr>
                      <a:r>
                        <a:rPr lang="en" sz="1200">
                          <a:latin typeface="Times New Roman"/>
                          <a:ea typeface="Times New Roman"/>
                          <a:cs typeface="Times New Roman"/>
                          <a:sym typeface="Times New Roman"/>
                        </a:rPr>
                        <a:t>LIME (Local Interpretable Model-agonistic Explanations) model explanation technique to understand how these features trigger poverty</a:t>
                      </a:r>
                      <a:endParaRPr sz="1200">
                        <a:latin typeface="Times New Roman"/>
                        <a:ea typeface="Times New Roman"/>
                        <a:cs typeface="Times New Roman"/>
                        <a:sym typeface="Times New Roman"/>
                      </a:endParaRPr>
                    </a:p>
                    <a:p>
                      <a:pPr marL="0" lvl="0" indent="0" algn="l" rtl="0">
                        <a:spcBef>
                          <a:spcPts val="1000"/>
                        </a:spcBef>
                        <a:spcAft>
                          <a:spcPts val="0"/>
                        </a:spcAft>
                        <a:buNone/>
                      </a:pPr>
                      <a:r>
                        <a:rPr lang="en" sz="1200">
                          <a:latin typeface="Times New Roman"/>
                          <a:ea typeface="Times New Roman"/>
                          <a:cs typeface="Times New Roman"/>
                          <a:sym typeface="Times New Roman"/>
                        </a:rPr>
                        <a:t>Prediction Algorithms Used: </a:t>
                      </a:r>
                      <a:endParaRPr sz="1200">
                        <a:latin typeface="Times New Roman"/>
                        <a:ea typeface="Times New Roman"/>
                        <a:cs typeface="Times New Roman"/>
                        <a:sym typeface="Times New Roman"/>
                      </a:endParaRPr>
                    </a:p>
                    <a:p>
                      <a:pPr marL="0" lvl="0" indent="0" algn="l" rtl="0">
                        <a:lnSpc>
                          <a:spcPct val="115000"/>
                        </a:lnSpc>
                        <a:spcBef>
                          <a:spcPts val="0"/>
                        </a:spcBef>
                        <a:spcAft>
                          <a:spcPts val="1000"/>
                        </a:spcAft>
                        <a:buNone/>
                      </a:pPr>
                      <a:r>
                        <a:rPr lang="en" sz="1200">
                          <a:latin typeface="Times New Roman"/>
                          <a:ea typeface="Times New Roman"/>
                          <a:cs typeface="Times New Roman"/>
                          <a:sym typeface="Times New Roman"/>
                        </a:rPr>
                        <a:t>Random Forest</a:t>
                      </a:r>
                      <a:br>
                        <a:rPr lang="en" sz="1200">
                          <a:latin typeface="Times New Roman"/>
                          <a:ea typeface="Times New Roman"/>
                          <a:cs typeface="Times New Roman"/>
                          <a:sym typeface="Times New Roman"/>
                        </a:rPr>
                      </a:br>
                      <a:endParaRPr sz="1200">
                        <a:latin typeface="Times New Roman"/>
                        <a:ea typeface="Times New Roman"/>
                        <a:cs typeface="Times New Roman"/>
                        <a:sym typeface="Times New Roman"/>
                      </a:endParaRPr>
                    </a:p>
                  </a:txBody>
                  <a:tcPr marL="68575" marR="68575" marT="0" marB="0"/>
                </a:tc>
                <a:tc>
                  <a:txBody>
                    <a:bodyPr/>
                    <a:lstStyle/>
                    <a:p>
                      <a:pPr marL="0" lvl="0" indent="0" algn="l" rtl="0">
                        <a:spcBef>
                          <a:spcPts val="0"/>
                        </a:spcBef>
                        <a:spcAft>
                          <a:spcPts val="0"/>
                        </a:spcAft>
                        <a:buNone/>
                      </a:pPr>
                      <a:r>
                        <a:rPr lang="en" sz="1200">
                          <a:latin typeface="Times New Roman"/>
                          <a:ea typeface="Times New Roman"/>
                          <a:cs typeface="Times New Roman"/>
                          <a:sym typeface="Times New Roman"/>
                        </a:rPr>
                        <a:t>F1 macro score</a:t>
                      </a:r>
                      <a:endParaRPr sz="1200">
                        <a:latin typeface="Times New Roman"/>
                        <a:ea typeface="Times New Roman"/>
                        <a:cs typeface="Times New Roman"/>
                        <a:sym typeface="Times New Roman"/>
                      </a:endParaRPr>
                    </a:p>
                  </a:txBody>
                  <a:tcPr marL="68575" marR="68575" marT="0" marB="0"/>
                </a:tc>
                <a:tc>
                  <a:txBody>
                    <a:bodyPr/>
                    <a:lstStyle/>
                    <a:p>
                      <a:pPr marL="0" lvl="0" indent="0" algn="l" rtl="0">
                        <a:spcBef>
                          <a:spcPts val="0"/>
                        </a:spcBef>
                        <a:spcAft>
                          <a:spcPts val="0"/>
                        </a:spcAft>
                        <a:buNone/>
                      </a:pPr>
                      <a:r>
                        <a:rPr lang="en" sz="1200">
                          <a:latin typeface="Times New Roman"/>
                          <a:ea typeface="Times New Roman"/>
                          <a:cs typeface="Times New Roman"/>
                          <a:sym typeface="Times New Roman"/>
                        </a:rPr>
                        <a:t>Emphasizes on understanding the features that most affect each target class. The proposed model fails to identify a fair decision boundary between the less populated classes: “Extreme”, “Moderate”, “Vulnerable”</a:t>
                      </a:r>
                      <a:endParaRPr sz="1200">
                        <a:latin typeface="Times New Roman"/>
                        <a:ea typeface="Times New Roman"/>
                        <a:cs typeface="Times New Roman"/>
                        <a:sym typeface="Times New Roman"/>
                      </a:endParaRPr>
                    </a:p>
                  </a:txBody>
                  <a:tcPr marL="68575" marR="68575" marT="0" marB="0"/>
                </a:tc>
                <a:extLst>
                  <a:ext uri="{0D108BD9-81ED-4DB2-BD59-A6C34878D82A}">
                    <a16:rowId xmlns:a16="http://schemas.microsoft.com/office/drawing/2014/main" val="10000"/>
                  </a:ext>
                </a:extLst>
              </a:tr>
            </a:tbl>
          </a:graphicData>
        </a:graphic>
      </p:graphicFrame>
      <p:graphicFrame>
        <p:nvGraphicFramePr>
          <p:cNvPr id="169" name="Google Shape;169;p28"/>
          <p:cNvGraphicFramePr/>
          <p:nvPr/>
        </p:nvGraphicFramePr>
        <p:xfrm>
          <a:off x="383450" y="134275"/>
          <a:ext cx="8489900" cy="731520"/>
        </p:xfrm>
        <a:graphic>
          <a:graphicData uri="http://schemas.openxmlformats.org/drawingml/2006/table">
            <a:tbl>
              <a:tblPr bandRow="1">
                <a:noFill/>
                <a:tableStyleId>{0806DBE0-F09E-4973-A36D-4656862F037F}</a:tableStyleId>
              </a:tblPr>
              <a:tblGrid>
                <a:gridCol w="344300">
                  <a:extLst>
                    <a:ext uri="{9D8B030D-6E8A-4147-A177-3AD203B41FA5}">
                      <a16:colId xmlns:a16="http://schemas.microsoft.com/office/drawing/2014/main" val="20000"/>
                    </a:ext>
                  </a:extLst>
                </a:gridCol>
                <a:gridCol w="954575">
                  <a:extLst>
                    <a:ext uri="{9D8B030D-6E8A-4147-A177-3AD203B41FA5}">
                      <a16:colId xmlns:a16="http://schemas.microsoft.com/office/drawing/2014/main" val="20001"/>
                    </a:ext>
                  </a:extLst>
                </a:gridCol>
                <a:gridCol w="814750">
                  <a:extLst>
                    <a:ext uri="{9D8B030D-6E8A-4147-A177-3AD203B41FA5}">
                      <a16:colId xmlns:a16="http://schemas.microsoft.com/office/drawing/2014/main" val="20002"/>
                    </a:ext>
                  </a:extLst>
                </a:gridCol>
                <a:gridCol w="1384400">
                  <a:extLst>
                    <a:ext uri="{9D8B030D-6E8A-4147-A177-3AD203B41FA5}">
                      <a16:colId xmlns:a16="http://schemas.microsoft.com/office/drawing/2014/main" val="20003"/>
                    </a:ext>
                  </a:extLst>
                </a:gridCol>
                <a:gridCol w="2580700">
                  <a:extLst>
                    <a:ext uri="{9D8B030D-6E8A-4147-A177-3AD203B41FA5}">
                      <a16:colId xmlns:a16="http://schemas.microsoft.com/office/drawing/2014/main" val="20004"/>
                    </a:ext>
                  </a:extLst>
                </a:gridCol>
                <a:gridCol w="762375">
                  <a:extLst>
                    <a:ext uri="{9D8B030D-6E8A-4147-A177-3AD203B41FA5}">
                      <a16:colId xmlns:a16="http://schemas.microsoft.com/office/drawing/2014/main" val="20005"/>
                    </a:ext>
                  </a:extLst>
                </a:gridCol>
                <a:gridCol w="1648800">
                  <a:extLst>
                    <a:ext uri="{9D8B030D-6E8A-4147-A177-3AD203B41FA5}">
                      <a16:colId xmlns:a16="http://schemas.microsoft.com/office/drawing/2014/main" val="20006"/>
                    </a:ext>
                  </a:extLst>
                </a:gridCol>
              </a:tblGrid>
              <a:tr h="0">
                <a:tc>
                  <a:txBody>
                    <a:bodyPr/>
                    <a:lstStyle/>
                    <a:p>
                      <a:pPr marL="0" lvl="0" indent="0" algn="l" rtl="0">
                        <a:spcBef>
                          <a:spcPts val="0"/>
                        </a:spcBef>
                        <a:spcAft>
                          <a:spcPts val="0"/>
                        </a:spcAft>
                        <a:buNone/>
                      </a:pPr>
                      <a:r>
                        <a:rPr lang="en" sz="1200" b="1">
                          <a:latin typeface="Times New Roman"/>
                          <a:ea typeface="Times New Roman"/>
                          <a:cs typeface="Times New Roman"/>
                          <a:sym typeface="Times New Roman"/>
                        </a:rPr>
                        <a:t>S.</a:t>
                      </a:r>
                      <a:endParaRPr sz="1200" b="1">
                        <a:latin typeface="Times New Roman"/>
                        <a:ea typeface="Times New Roman"/>
                        <a:cs typeface="Times New Roman"/>
                        <a:sym typeface="Times New Roman"/>
                      </a:endParaRPr>
                    </a:p>
                    <a:p>
                      <a:pPr marL="0" lvl="0" indent="0" algn="l" rtl="0">
                        <a:spcBef>
                          <a:spcPts val="0"/>
                        </a:spcBef>
                        <a:spcAft>
                          <a:spcPts val="0"/>
                        </a:spcAft>
                        <a:buNone/>
                      </a:pPr>
                      <a:r>
                        <a:rPr lang="en" sz="1200" b="1">
                          <a:latin typeface="Times New Roman"/>
                          <a:ea typeface="Times New Roman"/>
                          <a:cs typeface="Times New Roman"/>
                          <a:sym typeface="Times New Roman"/>
                        </a:rPr>
                        <a:t>No.</a:t>
                      </a:r>
                      <a:endParaRPr sz="1200" b="1">
                        <a:latin typeface="Times New Roman"/>
                        <a:ea typeface="Times New Roman"/>
                        <a:cs typeface="Times New Roman"/>
                        <a:sym typeface="Times New Roman"/>
                      </a:endParaRPr>
                    </a:p>
                  </a:txBody>
                  <a:tcPr marL="68575" marR="68575" marT="0" marB="0"/>
                </a:tc>
                <a:tc>
                  <a:txBody>
                    <a:bodyPr/>
                    <a:lstStyle/>
                    <a:p>
                      <a:pPr marL="0" lvl="0" indent="0" algn="l" rtl="0">
                        <a:spcBef>
                          <a:spcPts val="0"/>
                        </a:spcBef>
                        <a:spcAft>
                          <a:spcPts val="0"/>
                        </a:spcAft>
                        <a:buNone/>
                      </a:pPr>
                      <a:r>
                        <a:rPr lang="en" sz="1200" b="1">
                          <a:latin typeface="Times New Roman"/>
                          <a:ea typeface="Times New Roman"/>
                          <a:cs typeface="Times New Roman"/>
                          <a:sym typeface="Times New Roman"/>
                        </a:rPr>
                        <a:t>Title</a:t>
                      </a:r>
                      <a:endParaRPr sz="1200" b="1">
                        <a:latin typeface="Times New Roman"/>
                        <a:ea typeface="Times New Roman"/>
                        <a:cs typeface="Times New Roman"/>
                        <a:sym typeface="Times New Roman"/>
                      </a:endParaRPr>
                    </a:p>
                  </a:txBody>
                  <a:tcPr marL="68575" marR="68575" marT="0" marB="0"/>
                </a:tc>
                <a:tc>
                  <a:txBody>
                    <a:bodyPr/>
                    <a:lstStyle/>
                    <a:p>
                      <a:pPr marL="0" lvl="0" indent="0" algn="l" rtl="0">
                        <a:spcBef>
                          <a:spcPts val="0"/>
                        </a:spcBef>
                        <a:spcAft>
                          <a:spcPts val="0"/>
                        </a:spcAft>
                        <a:buNone/>
                      </a:pPr>
                      <a:r>
                        <a:rPr lang="en" sz="1200" b="1">
                          <a:latin typeface="Times New Roman"/>
                          <a:ea typeface="Times New Roman"/>
                          <a:cs typeface="Times New Roman"/>
                          <a:sym typeface="Times New Roman"/>
                        </a:rPr>
                        <a:t>Journal/year of publication</a:t>
                      </a:r>
                      <a:endParaRPr sz="1200" b="1">
                        <a:latin typeface="Times New Roman"/>
                        <a:ea typeface="Times New Roman"/>
                        <a:cs typeface="Times New Roman"/>
                        <a:sym typeface="Times New Roman"/>
                      </a:endParaRPr>
                    </a:p>
                  </a:txBody>
                  <a:tcPr marL="68575" marR="68575" marT="0" marB="0"/>
                </a:tc>
                <a:tc>
                  <a:txBody>
                    <a:bodyPr/>
                    <a:lstStyle/>
                    <a:p>
                      <a:pPr marL="0" lvl="0" indent="0" algn="l" rtl="0">
                        <a:spcBef>
                          <a:spcPts val="0"/>
                        </a:spcBef>
                        <a:spcAft>
                          <a:spcPts val="0"/>
                        </a:spcAft>
                        <a:buNone/>
                      </a:pPr>
                      <a:r>
                        <a:rPr lang="en" sz="1200" b="1">
                          <a:latin typeface="Times New Roman"/>
                          <a:ea typeface="Times New Roman"/>
                          <a:cs typeface="Times New Roman"/>
                          <a:sym typeface="Times New Roman"/>
                        </a:rPr>
                        <a:t>Data set used</a:t>
                      </a:r>
                      <a:endParaRPr sz="1200" b="1">
                        <a:latin typeface="Times New Roman"/>
                        <a:ea typeface="Times New Roman"/>
                        <a:cs typeface="Times New Roman"/>
                        <a:sym typeface="Times New Roman"/>
                      </a:endParaRPr>
                    </a:p>
                  </a:txBody>
                  <a:tcPr marL="68575" marR="68575" marT="0" marB="0"/>
                </a:tc>
                <a:tc>
                  <a:txBody>
                    <a:bodyPr/>
                    <a:lstStyle/>
                    <a:p>
                      <a:pPr marL="0" lvl="0" indent="0" algn="l" rtl="0">
                        <a:spcBef>
                          <a:spcPts val="0"/>
                        </a:spcBef>
                        <a:spcAft>
                          <a:spcPts val="0"/>
                        </a:spcAft>
                        <a:buNone/>
                      </a:pPr>
                      <a:r>
                        <a:rPr lang="en" sz="1200" b="1">
                          <a:latin typeface="Times New Roman"/>
                          <a:ea typeface="Times New Roman"/>
                          <a:cs typeface="Times New Roman"/>
                          <a:sym typeface="Times New Roman"/>
                        </a:rPr>
                        <a:t>Methodologies used</a:t>
                      </a:r>
                      <a:endParaRPr sz="1200" b="1">
                        <a:latin typeface="Times New Roman"/>
                        <a:ea typeface="Times New Roman"/>
                        <a:cs typeface="Times New Roman"/>
                        <a:sym typeface="Times New Roman"/>
                      </a:endParaRPr>
                    </a:p>
                  </a:txBody>
                  <a:tcPr marL="68575" marR="68575" marT="0" marB="0"/>
                </a:tc>
                <a:tc>
                  <a:txBody>
                    <a:bodyPr/>
                    <a:lstStyle/>
                    <a:p>
                      <a:pPr marL="0" lvl="0" indent="0" algn="l" rtl="0">
                        <a:spcBef>
                          <a:spcPts val="0"/>
                        </a:spcBef>
                        <a:spcAft>
                          <a:spcPts val="0"/>
                        </a:spcAft>
                        <a:buNone/>
                      </a:pPr>
                      <a:r>
                        <a:rPr lang="en" sz="1200" b="1">
                          <a:latin typeface="Times New Roman"/>
                          <a:ea typeface="Times New Roman"/>
                          <a:cs typeface="Times New Roman"/>
                          <a:sym typeface="Times New Roman"/>
                        </a:rPr>
                        <a:t>Metrics used</a:t>
                      </a:r>
                      <a:endParaRPr sz="1200" b="1">
                        <a:latin typeface="Times New Roman"/>
                        <a:ea typeface="Times New Roman"/>
                        <a:cs typeface="Times New Roman"/>
                        <a:sym typeface="Times New Roman"/>
                      </a:endParaRPr>
                    </a:p>
                  </a:txBody>
                  <a:tcPr marL="68575" marR="68575" marT="0" marB="0"/>
                </a:tc>
                <a:tc>
                  <a:txBody>
                    <a:bodyPr/>
                    <a:lstStyle/>
                    <a:p>
                      <a:pPr marL="0" lvl="0" indent="0" algn="l" rtl="0">
                        <a:spcBef>
                          <a:spcPts val="0"/>
                        </a:spcBef>
                        <a:spcAft>
                          <a:spcPts val="0"/>
                        </a:spcAft>
                        <a:buNone/>
                      </a:pPr>
                      <a:r>
                        <a:rPr lang="en" sz="1200" b="1">
                          <a:latin typeface="Times New Roman"/>
                          <a:ea typeface="Times New Roman"/>
                          <a:cs typeface="Times New Roman"/>
                          <a:sym typeface="Times New Roman"/>
                        </a:rPr>
                        <a:t>Interpretation of Results</a:t>
                      </a:r>
                      <a:endParaRPr sz="1200" b="1">
                        <a:latin typeface="Times New Roman"/>
                        <a:ea typeface="Times New Roman"/>
                        <a:cs typeface="Times New Roman"/>
                        <a:sym typeface="Times New Roman"/>
                      </a:endParaRPr>
                    </a:p>
                  </a:txBody>
                  <a:tcPr marL="68575" marR="68575" marT="0" marB="0"/>
                </a:tc>
                <a:extLst>
                  <a:ext uri="{0D108BD9-81ED-4DB2-BD59-A6C34878D82A}">
                    <a16:rowId xmlns:a16="http://schemas.microsoft.com/office/drawing/2014/main" val="10000"/>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graphicFrame>
        <p:nvGraphicFramePr>
          <p:cNvPr id="174" name="Google Shape;174;p29"/>
          <p:cNvGraphicFramePr/>
          <p:nvPr/>
        </p:nvGraphicFramePr>
        <p:xfrm>
          <a:off x="293625" y="148600"/>
          <a:ext cx="8726900" cy="4572000"/>
        </p:xfrm>
        <a:graphic>
          <a:graphicData uri="http://schemas.openxmlformats.org/drawingml/2006/table">
            <a:tbl>
              <a:tblPr bandRow="1">
                <a:noFill/>
                <a:tableStyleId>{0806DBE0-F09E-4973-A36D-4656862F037F}</a:tableStyleId>
              </a:tblPr>
              <a:tblGrid>
                <a:gridCol w="337150">
                  <a:extLst>
                    <a:ext uri="{9D8B030D-6E8A-4147-A177-3AD203B41FA5}">
                      <a16:colId xmlns:a16="http://schemas.microsoft.com/office/drawing/2014/main" val="20000"/>
                    </a:ext>
                  </a:extLst>
                </a:gridCol>
                <a:gridCol w="822025">
                  <a:extLst>
                    <a:ext uri="{9D8B030D-6E8A-4147-A177-3AD203B41FA5}">
                      <a16:colId xmlns:a16="http://schemas.microsoft.com/office/drawing/2014/main" val="20001"/>
                    </a:ext>
                  </a:extLst>
                </a:gridCol>
                <a:gridCol w="808275">
                  <a:extLst>
                    <a:ext uri="{9D8B030D-6E8A-4147-A177-3AD203B41FA5}">
                      <a16:colId xmlns:a16="http://schemas.microsoft.com/office/drawing/2014/main" val="20002"/>
                    </a:ext>
                  </a:extLst>
                </a:gridCol>
                <a:gridCol w="856600">
                  <a:extLst>
                    <a:ext uri="{9D8B030D-6E8A-4147-A177-3AD203B41FA5}">
                      <a16:colId xmlns:a16="http://schemas.microsoft.com/office/drawing/2014/main" val="20003"/>
                    </a:ext>
                  </a:extLst>
                </a:gridCol>
                <a:gridCol w="1663675">
                  <a:extLst>
                    <a:ext uri="{9D8B030D-6E8A-4147-A177-3AD203B41FA5}">
                      <a16:colId xmlns:a16="http://schemas.microsoft.com/office/drawing/2014/main" val="20004"/>
                    </a:ext>
                  </a:extLst>
                </a:gridCol>
                <a:gridCol w="2072225">
                  <a:extLst>
                    <a:ext uri="{9D8B030D-6E8A-4147-A177-3AD203B41FA5}">
                      <a16:colId xmlns:a16="http://schemas.microsoft.com/office/drawing/2014/main" val="20005"/>
                    </a:ext>
                  </a:extLst>
                </a:gridCol>
                <a:gridCol w="2166950">
                  <a:extLst>
                    <a:ext uri="{9D8B030D-6E8A-4147-A177-3AD203B41FA5}">
                      <a16:colId xmlns:a16="http://schemas.microsoft.com/office/drawing/2014/main" val="20006"/>
                    </a:ext>
                  </a:extLst>
                </a:gridCol>
              </a:tblGrid>
              <a:tr h="4293450">
                <a:tc>
                  <a:txBody>
                    <a:bodyPr/>
                    <a:lstStyle/>
                    <a:p>
                      <a:pPr marL="0" lvl="0" indent="0" algn="l" rtl="0">
                        <a:spcBef>
                          <a:spcPts val="0"/>
                        </a:spcBef>
                        <a:spcAft>
                          <a:spcPts val="0"/>
                        </a:spcAft>
                        <a:buNone/>
                      </a:pPr>
                      <a:r>
                        <a:rPr lang="en" sz="1200">
                          <a:latin typeface="Times New Roman"/>
                          <a:ea typeface="Times New Roman"/>
                          <a:cs typeface="Times New Roman"/>
                          <a:sym typeface="Times New Roman"/>
                        </a:rPr>
                        <a:t>2</a:t>
                      </a:r>
                      <a:endParaRPr sz="1200">
                        <a:latin typeface="Times New Roman"/>
                        <a:ea typeface="Times New Roman"/>
                        <a:cs typeface="Times New Roman"/>
                        <a:sym typeface="Times New Roman"/>
                      </a:endParaRPr>
                    </a:p>
                  </a:txBody>
                  <a:tcPr marL="68575" marR="68575" marT="0" marB="0"/>
                </a:tc>
                <a:tc>
                  <a:txBody>
                    <a:bodyPr/>
                    <a:lstStyle/>
                    <a:p>
                      <a:pPr marL="0" lvl="0" indent="0" algn="l" rtl="0">
                        <a:spcBef>
                          <a:spcPts val="0"/>
                        </a:spcBef>
                        <a:spcAft>
                          <a:spcPts val="0"/>
                        </a:spcAft>
                        <a:buNone/>
                      </a:pPr>
                      <a:r>
                        <a:rPr lang="en" sz="1200">
                          <a:latin typeface="Times New Roman"/>
                          <a:ea typeface="Times New Roman"/>
                          <a:cs typeface="Times New Roman"/>
                          <a:sym typeface="Times New Roman"/>
                        </a:rPr>
                        <a:t>A clustering approach to identify multidimensional poverty indicators for the bottom 40 percent group</a:t>
                      </a:r>
                      <a:endParaRPr sz="1200">
                        <a:latin typeface="Times New Roman"/>
                        <a:ea typeface="Times New Roman"/>
                        <a:cs typeface="Times New Roman"/>
                        <a:sym typeface="Times New Roman"/>
                      </a:endParaRPr>
                    </a:p>
                    <a:p>
                      <a:pPr marL="0" lvl="0" indent="0" algn="l" rtl="0">
                        <a:spcBef>
                          <a:spcPts val="0"/>
                        </a:spcBef>
                        <a:spcAft>
                          <a:spcPts val="0"/>
                        </a:spcAft>
                        <a:buNone/>
                      </a:pPr>
                      <a:endParaRPr sz="1200">
                        <a:latin typeface="Times New Roman"/>
                        <a:ea typeface="Times New Roman"/>
                        <a:cs typeface="Times New Roman"/>
                        <a:sym typeface="Times New Roman"/>
                      </a:endParaRPr>
                    </a:p>
                  </a:txBody>
                  <a:tcPr marL="68575" marR="68575" marT="0" marB="0"/>
                </a:tc>
                <a:tc>
                  <a:txBody>
                    <a:bodyPr/>
                    <a:lstStyle/>
                    <a:p>
                      <a:pPr marL="0" lvl="0" indent="0" algn="l" rtl="0">
                        <a:spcBef>
                          <a:spcPts val="0"/>
                        </a:spcBef>
                        <a:spcAft>
                          <a:spcPts val="0"/>
                        </a:spcAft>
                        <a:buNone/>
                      </a:pPr>
                      <a:r>
                        <a:rPr lang="en" sz="1200">
                          <a:solidFill>
                            <a:srgbClr val="202020"/>
                          </a:solidFill>
                          <a:highlight>
                            <a:srgbClr val="FFFFFF"/>
                          </a:highlight>
                          <a:latin typeface="Times New Roman"/>
                          <a:ea typeface="Times New Roman"/>
                          <a:cs typeface="Times New Roman"/>
                          <a:sym typeface="Times New Roman"/>
                        </a:rPr>
                        <a:t>PLoS ONE</a:t>
                      </a:r>
                      <a:endParaRPr sz="1200">
                        <a:solidFill>
                          <a:srgbClr val="202020"/>
                        </a:solidFill>
                        <a:highlight>
                          <a:srgbClr val="FFFFFF"/>
                        </a:highlight>
                        <a:latin typeface="Times New Roman"/>
                        <a:ea typeface="Times New Roman"/>
                        <a:cs typeface="Times New Roman"/>
                        <a:sym typeface="Times New Roman"/>
                      </a:endParaRPr>
                    </a:p>
                    <a:p>
                      <a:pPr marL="0" lvl="0" indent="0" algn="l" rtl="0">
                        <a:spcBef>
                          <a:spcPts val="0"/>
                        </a:spcBef>
                        <a:spcAft>
                          <a:spcPts val="0"/>
                        </a:spcAft>
                        <a:buNone/>
                      </a:pPr>
                      <a:r>
                        <a:rPr lang="en" sz="1200">
                          <a:solidFill>
                            <a:srgbClr val="202020"/>
                          </a:solidFill>
                          <a:highlight>
                            <a:srgbClr val="FFFFFF"/>
                          </a:highlight>
                          <a:latin typeface="Times New Roman"/>
                          <a:ea typeface="Times New Roman"/>
                          <a:cs typeface="Times New Roman"/>
                          <a:sym typeface="Times New Roman"/>
                        </a:rPr>
                        <a:t>August 2, 2021</a:t>
                      </a:r>
                      <a:endParaRPr sz="1200">
                        <a:latin typeface="Times New Roman"/>
                        <a:ea typeface="Times New Roman"/>
                        <a:cs typeface="Times New Roman"/>
                        <a:sym typeface="Times New Roman"/>
                      </a:endParaRPr>
                    </a:p>
                  </a:txBody>
                  <a:tcPr marL="68575" marR="68575" marT="0" marB="0"/>
                </a:tc>
                <a:tc>
                  <a:txBody>
                    <a:bodyPr/>
                    <a:lstStyle/>
                    <a:p>
                      <a:pPr marL="0" lvl="0" indent="0" algn="l" rtl="0">
                        <a:spcBef>
                          <a:spcPts val="0"/>
                        </a:spcBef>
                        <a:spcAft>
                          <a:spcPts val="0"/>
                        </a:spcAft>
                        <a:buNone/>
                      </a:pPr>
                      <a:r>
                        <a:rPr lang="en" sz="1200">
                          <a:latin typeface="Times New Roman"/>
                          <a:ea typeface="Times New Roman"/>
                          <a:cs typeface="Times New Roman"/>
                          <a:sym typeface="Times New Roman"/>
                        </a:rPr>
                        <a:t>Data collected by the Malaysian</a:t>
                      </a:r>
                      <a:endParaRPr sz="1200">
                        <a:latin typeface="Times New Roman"/>
                        <a:ea typeface="Times New Roman"/>
                        <a:cs typeface="Times New Roman"/>
                        <a:sym typeface="Times New Roman"/>
                      </a:endParaRPr>
                    </a:p>
                    <a:p>
                      <a:pPr marL="0" lvl="0" indent="0" algn="l" rtl="0">
                        <a:spcBef>
                          <a:spcPts val="0"/>
                        </a:spcBef>
                        <a:spcAft>
                          <a:spcPts val="0"/>
                        </a:spcAft>
                        <a:buNone/>
                      </a:pPr>
                      <a:r>
                        <a:rPr lang="en" sz="1200">
                          <a:latin typeface="Times New Roman"/>
                          <a:ea typeface="Times New Roman"/>
                          <a:cs typeface="Times New Roman"/>
                          <a:sym typeface="Times New Roman"/>
                        </a:rPr>
                        <a:t>Department of Statistics (DOSM), from the Malaysian Population and Housing Census 2010,</a:t>
                      </a:r>
                      <a:endParaRPr sz="1200">
                        <a:latin typeface="Times New Roman"/>
                        <a:ea typeface="Times New Roman"/>
                        <a:cs typeface="Times New Roman"/>
                        <a:sym typeface="Times New Roman"/>
                      </a:endParaRPr>
                    </a:p>
                    <a:p>
                      <a:pPr marL="0" lvl="0" indent="0" algn="l" rtl="0">
                        <a:spcBef>
                          <a:spcPts val="0"/>
                        </a:spcBef>
                        <a:spcAft>
                          <a:spcPts val="0"/>
                        </a:spcAft>
                        <a:buNone/>
                      </a:pPr>
                      <a:r>
                        <a:rPr lang="en" sz="1200">
                          <a:latin typeface="Times New Roman"/>
                          <a:ea typeface="Times New Roman"/>
                          <a:cs typeface="Times New Roman"/>
                          <a:sym typeface="Times New Roman"/>
                        </a:rPr>
                        <a:t>consisting of 532,298 households</a:t>
                      </a:r>
                      <a:endParaRPr sz="1200">
                        <a:latin typeface="Times New Roman"/>
                        <a:ea typeface="Times New Roman"/>
                        <a:cs typeface="Times New Roman"/>
                        <a:sym typeface="Times New Roman"/>
                      </a:endParaRPr>
                    </a:p>
                  </a:txBody>
                  <a:tcPr marL="68575" marR="68575" marT="0" marB="0"/>
                </a:tc>
                <a:tc>
                  <a:txBody>
                    <a:bodyPr/>
                    <a:lstStyle/>
                    <a:p>
                      <a:pPr marL="0" lvl="0" indent="0" algn="l" rtl="0">
                        <a:spcBef>
                          <a:spcPts val="0"/>
                        </a:spcBef>
                        <a:spcAft>
                          <a:spcPts val="0"/>
                        </a:spcAft>
                        <a:buNone/>
                      </a:pPr>
                      <a:r>
                        <a:rPr lang="en" sz="1200">
                          <a:latin typeface="Times New Roman"/>
                          <a:ea typeface="Times New Roman"/>
                          <a:cs typeface="Times New Roman"/>
                          <a:sym typeface="Times New Roman"/>
                        </a:rPr>
                        <a:t>For clustering, </a:t>
                      </a:r>
                      <a:r>
                        <a:rPr lang="en" sz="1200" b="1">
                          <a:latin typeface="Times New Roman"/>
                          <a:ea typeface="Times New Roman"/>
                          <a:cs typeface="Times New Roman"/>
                          <a:sym typeface="Times New Roman"/>
                        </a:rPr>
                        <a:t>K-Means algorithm</a:t>
                      </a:r>
                      <a:r>
                        <a:rPr lang="en" sz="1200">
                          <a:latin typeface="Times New Roman"/>
                          <a:ea typeface="Times New Roman"/>
                          <a:cs typeface="Times New Roman"/>
                          <a:sym typeface="Times New Roman"/>
                        </a:rPr>
                        <a:t> was tested with four different distance measure:</a:t>
                      </a:r>
                      <a:endParaRPr sz="1200">
                        <a:latin typeface="Times New Roman"/>
                        <a:ea typeface="Times New Roman"/>
                        <a:cs typeface="Times New Roman"/>
                        <a:sym typeface="Times New Roman"/>
                      </a:endParaRPr>
                    </a:p>
                    <a:p>
                      <a:pPr marL="0" lvl="0" indent="0" algn="l" rtl="0">
                        <a:spcBef>
                          <a:spcPts val="0"/>
                        </a:spcBef>
                        <a:spcAft>
                          <a:spcPts val="0"/>
                        </a:spcAft>
                        <a:buNone/>
                      </a:pPr>
                      <a:r>
                        <a:rPr lang="en" sz="1200">
                          <a:latin typeface="Times New Roman"/>
                          <a:ea typeface="Times New Roman"/>
                          <a:cs typeface="Times New Roman"/>
                          <a:sym typeface="Times New Roman"/>
                        </a:rPr>
                        <a:t>Euclidean Distance, Correlation Similarity, Cosine Similarity, Dice Similarity (DS) to choose the best distance measure.</a:t>
                      </a:r>
                      <a:endParaRPr sz="1200">
                        <a:latin typeface="Times New Roman"/>
                        <a:ea typeface="Times New Roman"/>
                        <a:cs typeface="Times New Roman"/>
                        <a:sym typeface="Times New Roman"/>
                      </a:endParaRPr>
                    </a:p>
                    <a:p>
                      <a:pPr marL="0" lvl="0" indent="0" algn="l" rtl="0">
                        <a:spcBef>
                          <a:spcPts val="0"/>
                        </a:spcBef>
                        <a:spcAft>
                          <a:spcPts val="0"/>
                        </a:spcAft>
                        <a:buNone/>
                      </a:pPr>
                      <a:endParaRPr sz="1200">
                        <a:latin typeface="Times New Roman"/>
                        <a:ea typeface="Times New Roman"/>
                        <a:cs typeface="Times New Roman"/>
                        <a:sym typeface="Times New Roman"/>
                      </a:endParaRPr>
                    </a:p>
                    <a:p>
                      <a:pPr marL="0" lvl="0" indent="0" algn="l" rtl="0">
                        <a:spcBef>
                          <a:spcPts val="0"/>
                        </a:spcBef>
                        <a:spcAft>
                          <a:spcPts val="0"/>
                        </a:spcAft>
                        <a:buNone/>
                      </a:pPr>
                      <a:r>
                        <a:rPr lang="en" sz="1200">
                          <a:latin typeface="Times New Roman"/>
                          <a:ea typeface="Times New Roman"/>
                          <a:cs typeface="Times New Roman"/>
                          <a:sym typeface="Times New Roman"/>
                        </a:rPr>
                        <a:t>Determining the best k value:</a:t>
                      </a:r>
                      <a:endParaRPr sz="1200">
                        <a:latin typeface="Times New Roman"/>
                        <a:ea typeface="Times New Roman"/>
                        <a:cs typeface="Times New Roman"/>
                        <a:sym typeface="Times New Roman"/>
                      </a:endParaRPr>
                    </a:p>
                    <a:p>
                      <a:pPr marL="0" lvl="0" indent="0" algn="l" rtl="0">
                        <a:spcBef>
                          <a:spcPts val="0"/>
                        </a:spcBef>
                        <a:spcAft>
                          <a:spcPts val="0"/>
                        </a:spcAft>
                        <a:buNone/>
                      </a:pPr>
                      <a:r>
                        <a:rPr lang="en" sz="1200">
                          <a:latin typeface="Times New Roman"/>
                          <a:ea typeface="Times New Roman"/>
                          <a:cs typeface="Times New Roman"/>
                          <a:sym typeface="Times New Roman"/>
                        </a:rPr>
                        <a:t>A series of analysis was performed by looking at the cluster size, centroid chart, scatter plot analysis, heat map analysis, and descriptive statistics method to investigate the pattern of each cluster formed further.</a:t>
                      </a:r>
                      <a:endParaRPr sz="1200">
                        <a:latin typeface="Times New Roman"/>
                        <a:ea typeface="Times New Roman"/>
                        <a:cs typeface="Times New Roman"/>
                        <a:sym typeface="Times New Roman"/>
                      </a:endParaRPr>
                    </a:p>
                  </a:txBody>
                  <a:tcPr marL="68575" marR="68575" marT="0" marB="0"/>
                </a:tc>
                <a:tc>
                  <a:txBody>
                    <a:bodyPr/>
                    <a:lstStyle/>
                    <a:p>
                      <a:pPr marL="0" lvl="0" indent="0" algn="l" rtl="0">
                        <a:spcBef>
                          <a:spcPts val="0"/>
                        </a:spcBef>
                        <a:spcAft>
                          <a:spcPts val="0"/>
                        </a:spcAft>
                        <a:buNone/>
                      </a:pPr>
                      <a:r>
                        <a:rPr lang="en" sz="1200" b="1">
                          <a:latin typeface="Times New Roman"/>
                          <a:ea typeface="Times New Roman"/>
                          <a:cs typeface="Times New Roman"/>
                          <a:sym typeface="Times New Roman"/>
                        </a:rPr>
                        <a:t>The Davies Bouldin</a:t>
                      </a:r>
                      <a:r>
                        <a:rPr lang="en" sz="1200">
                          <a:latin typeface="Times New Roman"/>
                          <a:ea typeface="Times New Roman"/>
                          <a:cs typeface="Times New Roman"/>
                          <a:sym typeface="Times New Roman"/>
                        </a:rPr>
                        <a:t> metric measures the variation between points within the cluster and the distance between clusters. In each cluster, this metric determines which other group has the highest ratio between the average intracluster distance of points in two clusters to the distance between.</a:t>
                      </a:r>
                      <a:endParaRPr sz="1200">
                        <a:latin typeface="Times New Roman"/>
                        <a:ea typeface="Times New Roman"/>
                        <a:cs typeface="Times New Roman"/>
                        <a:sym typeface="Times New Roman"/>
                      </a:endParaRPr>
                    </a:p>
                    <a:p>
                      <a:pPr marL="0" lvl="0" indent="0" algn="l" rtl="0">
                        <a:spcBef>
                          <a:spcPts val="0"/>
                        </a:spcBef>
                        <a:spcAft>
                          <a:spcPts val="0"/>
                        </a:spcAft>
                        <a:buNone/>
                      </a:pPr>
                      <a:endParaRPr sz="1200">
                        <a:latin typeface="Times New Roman"/>
                        <a:ea typeface="Times New Roman"/>
                        <a:cs typeface="Times New Roman"/>
                        <a:sym typeface="Times New Roman"/>
                      </a:endParaRPr>
                    </a:p>
                    <a:p>
                      <a:pPr marL="0" lvl="0" indent="0" algn="l" rtl="0">
                        <a:spcBef>
                          <a:spcPts val="0"/>
                        </a:spcBef>
                        <a:spcAft>
                          <a:spcPts val="0"/>
                        </a:spcAft>
                        <a:buNone/>
                      </a:pPr>
                      <a:r>
                        <a:rPr lang="en" sz="1200" b="1">
                          <a:latin typeface="Times New Roman"/>
                          <a:ea typeface="Times New Roman"/>
                          <a:cs typeface="Times New Roman"/>
                          <a:sym typeface="Times New Roman"/>
                        </a:rPr>
                        <a:t>Average within Centroid Distance</a:t>
                      </a:r>
                      <a:r>
                        <a:rPr lang="en" sz="1200">
                          <a:latin typeface="Times New Roman"/>
                          <a:ea typeface="Times New Roman"/>
                          <a:cs typeface="Times New Roman"/>
                          <a:sym typeface="Times New Roman"/>
                        </a:rPr>
                        <a:t> metric is</a:t>
                      </a:r>
                      <a:endParaRPr sz="1200">
                        <a:latin typeface="Times New Roman"/>
                        <a:ea typeface="Times New Roman"/>
                        <a:cs typeface="Times New Roman"/>
                        <a:sym typeface="Times New Roman"/>
                      </a:endParaRPr>
                    </a:p>
                    <a:p>
                      <a:pPr marL="0" lvl="0" indent="0" algn="l" rtl="0">
                        <a:spcBef>
                          <a:spcPts val="0"/>
                        </a:spcBef>
                        <a:spcAft>
                          <a:spcPts val="0"/>
                        </a:spcAft>
                        <a:buNone/>
                      </a:pPr>
                      <a:r>
                        <a:rPr lang="en" sz="1200">
                          <a:latin typeface="Times New Roman"/>
                          <a:ea typeface="Times New Roman"/>
                          <a:cs typeface="Times New Roman"/>
                          <a:sym typeface="Times New Roman"/>
                        </a:rPr>
                        <a:t>measured by calculating the average distance per point from a centroid point within a cluster.</a:t>
                      </a:r>
                      <a:endParaRPr sz="1200">
                        <a:latin typeface="Times New Roman"/>
                        <a:ea typeface="Times New Roman"/>
                        <a:cs typeface="Times New Roman"/>
                        <a:sym typeface="Times New Roman"/>
                      </a:endParaRPr>
                    </a:p>
                    <a:p>
                      <a:pPr marL="0" lvl="0" indent="0" algn="l" rtl="0">
                        <a:spcBef>
                          <a:spcPts val="0"/>
                        </a:spcBef>
                        <a:spcAft>
                          <a:spcPts val="0"/>
                        </a:spcAft>
                        <a:buNone/>
                      </a:pPr>
                      <a:endParaRPr sz="1200">
                        <a:latin typeface="Times New Roman"/>
                        <a:ea typeface="Times New Roman"/>
                        <a:cs typeface="Times New Roman"/>
                        <a:sym typeface="Times New Roman"/>
                      </a:endParaRPr>
                    </a:p>
                    <a:p>
                      <a:pPr marL="0" lvl="0" indent="0" algn="l" rtl="0">
                        <a:spcBef>
                          <a:spcPts val="0"/>
                        </a:spcBef>
                        <a:spcAft>
                          <a:spcPts val="0"/>
                        </a:spcAft>
                        <a:buNone/>
                      </a:pPr>
                      <a:r>
                        <a:rPr lang="en" sz="1200" b="1">
                          <a:latin typeface="Times New Roman"/>
                          <a:ea typeface="Times New Roman"/>
                          <a:cs typeface="Times New Roman"/>
                          <a:sym typeface="Times New Roman"/>
                        </a:rPr>
                        <a:t>Sum of squares </a:t>
                      </a:r>
                      <a:r>
                        <a:rPr lang="en" sz="1200">
                          <a:latin typeface="Times New Roman"/>
                          <a:ea typeface="Times New Roman"/>
                          <a:cs typeface="Times New Roman"/>
                          <a:sym typeface="Times New Roman"/>
                        </a:rPr>
                        <a:t>metric divides the number of data points in a group by the number of data points in each cluster. This is called squared, and the values of all the clusters are summed. </a:t>
                      </a:r>
                      <a:endParaRPr sz="1200">
                        <a:latin typeface="Times New Roman"/>
                        <a:ea typeface="Times New Roman"/>
                        <a:cs typeface="Times New Roman"/>
                        <a:sym typeface="Times New Roman"/>
                      </a:endParaRPr>
                    </a:p>
                  </a:txBody>
                  <a:tcPr marL="68575" marR="68575" marT="0" marB="0"/>
                </a:tc>
                <a:tc>
                  <a:txBody>
                    <a:bodyPr/>
                    <a:lstStyle/>
                    <a:p>
                      <a:pPr marL="0" lvl="0" indent="0" algn="l" rtl="0">
                        <a:spcBef>
                          <a:spcPts val="0"/>
                        </a:spcBef>
                        <a:spcAft>
                          <a:spcPts val="0"/>
                        </a:spcAft>
                        <a:buNone/>
                      </a:pPr>
                      <a:r>
                        <a:rPr lang="en" sz="1200">
                          <a:latin typeface="Times New Roman"/>
                          <a:ea typeface="Times New Roman"/>
                          <a:cs typeface="Times New Roman"/>
                          <a:sym typeface="Times New Roman"/>
                        </a:rPr>
                        <a:t>Cosine Similarity &gt; Euclidean Distance &gt; Correlation Similarity &gt; Dice Similarity</a:t>
                      </a:r>
                      <a:endParaRPr sz="1200">
                        <a:latin typeface="Times New Roman"/>
                        <a:ea typeface="Times New Roman"/>
                        <a:cs typeface="Times New Roman"/>
                        <a:sym typeface="Times New Roman"/>
                      </a:endParaRPr>
                    </a:p>
                    <a:p>
                      <a:pPr marL="0" lvl="0" indent="0" algn="l" rtl="0">
                        <a:spcBef>
                          <a:spcPts val="0"/>
                        </a:spcBef>
                        <a:spcAft>
                          <a:spcPts val="0"/>
                        </a:spcAft>
                        <a:buNone/>
                      </a:pPr>
                      <a:endParaRPr sz="1200">
                        <a:latin typeface="Times New Roman"/>
                        <a:ea typeface="Times New Roman"/>
                        <a:cs typeface="Times New Roman"/>
                        <a:sym typeface="Times New Roman"/>
                      </a:endParaRPr>
                    </a:p>
                    <a:p>
                      <a:pPr marL="0" lvl="0" indent="0" algn="l" rtl="0">
                        <a:spcBef>
                          <a:spcPts val="0"/>
                        </a:spcBef>
                        <a:spcAft>
                          <a:spcPts val="0"/>
                        </a:spcAft>
                        <a:buNone/>
                      </a:pPr>
                      <a:r>
                        <a:rPr lang="en" sz="1200">
                          <a:latin typeface="Times New Roman"/>
                          <a:ea typeface="Times New Roman"/>
                          <a:cs typeface="Times New Roman"/>
                          <a:sym typeface="Times New Roman"/>
                        </a:rPr>
                        <a:t>It is shown that the </a:t>
                      </a:r>
                      <a:r>
                        <a:rPr lang="en" sz="1200" b="1">
                          <a:latin typeface="Times New Roman"/>
                          <a:ea typeface="Times New Roman"/>
                          <a:cs typeface="Times New Roman"/>
                          <a:sym typeface="Times New Roman"/>
                        </a:rPr>
                        <a:t>Cosine Similarity is the best distance technique</a:t>
                      </a:r>
                      <a:r>
                        <a:rPr lang="en" sz="1200">
                          <a:latin typeface="Times New Roman"/>
                          <a:ea typeface="Times New Roman"/>
                          <a:cs typeface="Times New Roman"/>
                          <a:sym typeface="Times New Roman"/>
                        </a:rPr>
                        <a:t> based on the lowest score obtained.</a:t>
                      </a:r>
                      <a:endParaRPr sz="1200">
                        <a:latin typeface="Times New Roman"/>
                        <a:ea typeface="Times New Roman"/>
                        <a:cs typeface="Times New Roman"/>
                        <a:sym typeface="Times New Roman"/>
                      </a:endParaRPr>
                    </a:p>
                    <a:p>
                      <a:pPr marL="0" lvl="0" indent="0" algn="l" rtl="0">
                        <a:spcBef>
                          <a:spcPts val="0"/>
                        </a:spcBef>
                        <a:spcAft>
                          <a:spcPts val="0"/>
                        </a:spcAft>
                        <a:buNone/>
                      </a:pPr>
                      <a:endParaRPr sz="1200">
                        <a:latin typeface="Times New Roman"/>
                        <a:ea typeface="Times New Roman"/>
                        <a:cs typeface="Times New Roman"/>
                        <a:sym typeface="Times New Roman"/>
                      </a:endParaRPr>
                    </a:p>
                    <a:p>
                      <a:pPr marL="0" lvl="0" indent="0" algn="l" rtl="0">
                        <a:spcBef>
                          <a:spcPts val="0"/>
                        </a:spcBef>
                        <a:spcAft>
                          <a:spcPts val="0"/>
                        </a:spcAft>
                        <a:buNone/>
                      </a:pPr>
                      <a:r>
                        <a:rPr lang="en" sz="1200">
                          <a:latin typeface="Times New Roman"/>
                          <a:ea typeface="Times New Roman"/>
                          <a:cs typeface="Times New Roman"/>
                          <a:sym typeface="Times New Roman"/>
                        </a:rPr>
                        <a:t>A clustering model-based K-Means Algorithm with Cosine Similarity measure is developed to form clusters of B40 group.</a:t>
                      </a:r>
                      <a:endParaRPr sz="1200">
                        <a:latin typeface="Times New Roman"/>
                        <a:ea typeface="Times New Roman"/>
                        <a:cs typeface="Times New Roman"/>
                        <a:sym typeface="Times New Roman"/>
                      </a:endParaRPr>
                    </a:p>
                    <a:p>
                      <a:pPr marL="0" lvl="0" indent="0" algn="l" rtl="0">
                        <a:spcBef>
                          <a:spcPts val="0"/>
                        </a:spcBef>
                        <a:spcAft>
                          <a:spcPts val="0"/>
                        </a:spcAft>
                        <a:buNone/>
                      </a:pPr>
                      <a:r>
                        <a:rPr lang="en" sz="1200">
                          <a:latin typeface="Times New Roman"/>
                          <a:ea typeface="Times New Roman"/>
                          <a:cs typeface="Times New Roman"/>
                          <a:sym typeface="Times New Roman"/>
                        </a:rPr>
                        <a:t>The evaluation found k = 8 to be the best k value for the model. </a:t>
                      </a:r>
                      <a:endParaRPr sz="1200">
                        <a:latin typeface="Times New Roman"/>
                        <a:ea typeface="Times New Roman"/>
                        <a:cs typeface="Times New Roman"/>
                        <a:sym typeface="Times New Roman"/>
                      </a:endParaRPr>
                    </a:p>
                    <a:p>
                      <a:pPr marL="0" lvl="0" indent="0" algn="l" rtl="0">
                        <a:spcBef>
                          <a:spcPts val="0"/>
                        </a:spcBef>
                        <a:spcAft>
                          <a:spcPts val="0"/>
                        </a:spcAft>
                        <a:buNone/>
                      </a:pPr>
                      <a:r>
                        <a:rPr lang="en" sz="1200">
                          <a:latin typeface="Times New Roman"/>
                          <a:ea typeface="Times New Roman"/>
                          <a:cs typeface="Times New Roman"/>
                          <a:sym typeface="Times New Roman"/>
                        </a:rPr>
                        <a:t>By employing the descriptive statistics method, three dimensions have been established: Education, Living Standards and Employment with seven indicators: literacy, highest education level and grade, sanitation, housing, access to television services, assets and work.</a:t>
                      </a:r>
                      <a:endParaRPr sz="1200">
                        <a:latin typeface="Times New Roman"/>
                        <a:ea typeface="Times New Roman"/>
                        <a:cs typeface="Times New Roman"/>
                        <a:sym typeface="Times New Roman"/>
                      </a:endParaRPr>
                    </a:p>
                  </a:txBody>
                  <a:tcPr marL="68575" marR="68575" marT="0" marB="0"/>
                </a:tc>
                <a:extLst>
                  <a:ext uri="{0D108BD9-81ED-4DB2-BD59-A6C34878D82A}">
                    <a16:rowId xmlns:a16="http://schemas.microsoft.com/office/drawing/2014/main" val="10000"/>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graphicFrame>
        <p:nvGraphicFramePr>
          <p:cNvPr id="179" name="Google Shape;179;p30"/>
          <p:cNvGraphicFramePr/>
          <p:nvPr/>
        </p:nvGraphicFramePr>
        <p:xfrm>
          <a:off x="152400" y="152400"/>
          <a:ext cx="8790075" cy="4528950"/>
        </p:xfrm>
        <a:graphic>
          <a:graphicData uri="http://schemas.openxmlformats.org/drawingml/2006/table">
            <a:tbl>
              <a:tblPr bandRow="1">
                <a:noFill/>
                <a:tableStyleId>{0806DBE0-F09E-4973-A36D-4656862F037F}</a:tableStyleId>
              </a:tblPr>
              <a:tblGrid>
                <a:gridCol w="500350">
                  <a:extLst>
                    <a:ext uri="{9D8B030D-6E8A-4147-A177-3AD203B41FA5}">
                      <a16:colId xmlns:a16="http://schemas.microsoft.com/office/drawing/2014/main" val="20000"/>
                    </a:ext>
                  </a:extLst>
                </a:gridCol>
                <a:gridCol w="1054800">
                  <a:extLst>
                    <a:ext uri="{9D8B030D-6E8A-4147-A177-3AD203B41FA5}">
                      <a16:colId xmlns:a16="http://schemas.microsoft.com/office/drawing/2014/main" val="20001"/>
                    </a:ext>
                  </a:extLst>
                </a:gridCol>
                <a:gridCol w="946625">
                  <a:extLst>
                    <a:ext uri="{9D8B030D-6E8A-4147-A177-3AD203B41FA5}">
                      <a16:colId xmlns:a16="http://schemas.microsoft.com/office/drawing/2014/main" val="20002"/>
                    </a:ext>
                  </a:extLst>
                </a:gridCol>
                <a:gridCol w="1460500">
                  <a:extLst>
                    <a:ext uri="{9D8B030D-6E8A-4147-A177-3AD203B41FA5}">
                      <a16:colId xmlns:a16="http://schemas.microsoft.com/office/drawing/2014/main" val="20003"/>
                    </a:ext>
                  </a:extLst>
                </a:gridCol>
                <a:gridCol w="1945950">
                  <a:extLst>
                    <a:ext uri="{9D8B030D-6E8A-4147-A177-3AD203B41FA5}">
                      <a16:colId xmlns:a16="http://schemas.microsoft.com/office/drawing/2014/main" val="20004"/>
                    </a:ext>
                  </a:extLst>
                </a:gridCol>
                <a:gridCol w="1330300">
                  <a:extLst>
                    <a:ext uri="{9D8B030D-6E8A-4147-A177-3AD203B41FA5}">
                      <a16:colId xmlns:a16="http://schemas.microsoft.com/office/drawing/2014/main" val="20005"/>
                    </a:ext>
                  </a:extLst>
                </a:gridCol>
                <a:gridCol w="1551550">
                  <a:extLst>
                    <a:ext uri="{9D8B030D-6E8A-4147-A177-3AD203B41FA5}">
                      <a16:colId xmlns:a16="http://schemas.microsoft.com/office/drawing/2014/main" val="20006"/>
                    </a:ext>
                  </a:extLst>
                </a:gridCol>
              </a:tblGrid>
              <a:tr h="4528950">
                <a:tc>
                  <a:txBody>
                    <a:bodyPr/>
                    <a:lstStyle/>
                    <a:p>
                      <a:pPr marL="0" lvl="0" indent="0" algn="l" rtl="0">
                        <a:spcBef>
                          <a:spcPts val="0"/>
                        </a:spcBef>
                        <a:spcAft>
                          <a:spcPts val="0"/>
                        </a:spcAft>
                        <a:buNone/>
                      </a:pPr>
                      <a:r>
                        <a:rPr lang="en" sz="1200">
                          <a:latin typeface="Times New Roman"/>
                          <a:ea typeface="Times New Roman"/>
                          <a:cs typeface="Times New Roman"/>
                          <a:sym typeface="Times New Roman"/>
                        </a:rPr>
                        <a:t>3</a:t>
                      </a:r>
                      <a:endParaRPr sz="1200">
                        <a:latin typeface="Times New Roman"/>
                        <a:ea typeface="Times New Roman"/>
                        <a:cs typeface="Times New Roman"/>
                        <a:sym typeface="Times New Roman"/>
                      </a:endParaRPr>
                    </a:p>
                  </a:txBody>
                  <a:tcPr marL="68575" marR="68575" marT="0" marB="0"/>
                </a:tc>
                <a:tc>
                  <a:txBody>
                    <a:bodyPr/>
                    <a:lstStyle/>
                    <a:p>
                      <a:pPr marL="0" lvl="0" indent="0" algn="l" rtl="0">
                        <a:spcBef>
                          <a:spcPts val="0"/>
                        </a:spcBef>
                        <a:spcAft>
                          <a:spcPts val="0"/>
                        </a:spcAft>
                        <a:buNone/>
                      </a:pPr>
                      <a:r>
                        <a:rPr lang="en" sz="1200">
                          <a:latin typeface="Times New Roman"/>
                          <a:ea typeface="Times New Roman"/>
                          <a:cs typeface="Times New Roman"/>
                          <a:sym typeface="Times New Roman"/>
                        </a:rPr>
                        <a:t>Costa Rican Poverty Level Prediction</a:t>
                      </a:r>
                      <a:endParaRPr sz="1200">
                        <a:latin typeface="Times New Roman"/>
                        <a:ea typeface="Times New Roman"/>
                        <a:cs typeface="Times New Roman"/>
                        <a:sym typeface="Times New Roman"/>
                      </a:endParaRPr>
                    </a:p>
                  </a:txBody>
                  <a:tcPr marL="68575" marR="68575" marT="0" marB="0"/>
                </a:tc>
                <a:tc>
                  <a:txBody>
                    <a:bodyPr/>
                    <a:lstStyle/>
                    <a:p>
                      <a:pPr marL="0" lvl="0" indent="0" algn="l" rtl="0">
                        <a:spcBef>
                          <a:spcPts val="0"/>
                        </a:spcBef>
                        <a:spcAft>
                          <a:spcPts val="0"/>
                        </a:spcAft>
                        <a:buNone/>
                      </a:pPr>
                      <a:r>
                        <a:rPr lang="en" sz="1200">
                          <a:latin typeface="Times New Roman"/>
                          <a:ea typeface="Times New Roman"/>
                          <a:cs typeface="Times New Roman"/>
                          <a:sym typeface="Times New Roman"/>
                        </a:rPr>
                        <a:t>IETI Transactions on Social Sciences and Humanities, 2020</a:t>
                      </a:r>
                      <a:endParaRPr sz="1200">
                        <a:latin typeface="Times New Roman"/>
                        <a:ea typeface="Times New Roman"/>
                        <a:cs typeface="Times New Roman"/>
                        <a:sym typeface="Times New Roman"/>
                      </a:endParaRPr>
                    </a:p>
                  </a:txBody>
                  <a:tcPr marL="68575" marR="68575" marT="0" marB="0"/>
                </a:tc>
                <a:tc>
                  <a:txBody>
                    <a:bodyPr/>
                    <a:lstStyle/>
                    <a:p>
                      <a:pPr marL="0" lvl="0" indent="0" algn="l" rtl="0">
                        <a:spcBef>
                          <a:spcPts val="0"/>
                        </a:spcBef>
                        <a:spcAft>
                          <a:spcPts val="0"/>
                        </a:spcAft>
                        <a:buNone/>
                      </a:pPr>
                      <a:r>
                        <a:rPr lang="en" sz="1200">
                          <a:latin typeface="Times New Roman"/>
                          <a:ea typeface="Times New Roman"/>
                          <a:cs typeface="Times New Roman"/>
                          <a:sym typeface="Times New Roman"/>
                        </a:rPr>
                        <a:t>Costa Rican Household data provided by Inter-American Development Bank :</a:t>
                      </a:r>
                      <a:endParaRPr sz="1200">
                        <a:latin typeface="Times New Roman"/>
                        <a:ea typeface="Times New Roman"/>
                        <a:cs typeface="Times New Roman"/>
                        <a:sym typeface="Times New Roman"/>
                      </a:endParaRPr>
                    </a:p>
                    <a:p>
                      <a:pPr marL="0" lvl="0" indent="0" algn="l" rtl="0">
                        <a:lnSpc>
                          <a:spcPct val="115000"/>
                        </a:lnSpc>
                        <a:spcBef>
                          <a:spcPts val="0"/>
                        </a:spcBef>
                        <a:spcAft>
                          <a:spcPts val="0"/>
                        </a:spcAft>
                        <a:buNone/>
                      </a:pPr>
                      <a:r>
                        <a:rPr lang="en" sz="1200">
                          <a:latin typeface="Times New Roman"/>
                          <a:ea typeface="Times New Roman"/>
                          <a:cs typeface="Times New Roman"/>
                          <a:sym typeface="Times New Roman"/>
                        </a:rPr>
                        <a:t>143 predictors </a:t>
                      </a:r>
                      <a:endParaRPr sz="1200">
                        <a:latin typeface="Times New Roman"/>
                        <a:ea typeface="Times New Roman"/>
                        <a:cs typeface="Times New Roman"/>
                        <a:sym typeface="Times New Roman"/>
                      </a:endParaRPr>
                    </a:p>
                    <a:p>
                      <a:pPr marL="0" lvl="0" indent="0" algn="l" rtl="0">
                        <a:lnSpc>
                          <a:spcPct val="115000"/>
                        </a:lnSpc>
                        <a:spcBef>
                          <a:spcPts val="0"/>
                        </a:spcBef>
                        <a:spcAft>
                          <a:spcPts val="0"/>
                        </a:spcAft>
                        <a:buNone/>
                      </a:pPr>
                      <a:r>
                        <a:rPr lang="en" sz="1200">
                          <a:latin typeface="Times New Roman"/>
                          <a:ea typeface="Times New Roman"/>
                          <a:cs typeface="Times New Roman"/>
                          <a:sym typeface="Times New Roman"/>
                        </a:rPr>
                        <a:t>9557 observations</a:t>
                      </a:r>
                      <a:endParaRPr sz="1200">
                        <a:latin typeface="Times New Roman"/>
                        <a:ea typeface="Times New Roman"/>
                        <a:cs typeface="Times New Roman"/>
                        <a:sym typeface="Times New Roman"/>
                      </a:endParaRPr>
                    </a:p>
                    <a:p>
                      <a:pPr marL="0" lvl="0" indent="0" algn="l" rtl="0">
                        <a:lnSpc>
                          <a:spcPct val="115000"/>
                        </a:lnSpc>
                        <a:spcBef>
                          <a:spcPts val="0"/>
                        </a:spcBef>
                        <a:spcAft>
                          <a:spcPts val="0"/>
                        </a:spcAft>
                        <a:buNone/>
                      </a:pPr>
                      <a:r>
                        <a:rPr lang="en" sz="1200">
                          <a:latin typeface="Times New Roman"/>
                          <a:ea typeface="Times New Roman"/>
                          <a:cs typeface="Times New Roman"/>
                          <a:sym typeface="Times New Roman"/>
                        </a:rPr>
                        <a:t>4 target class </a:t>
                      </a:r>
                      <a:endParaRPr sz="1200">
                        <a:latin typeface="Times New Roman"/>
                        <a:ea typeface="Times New Roman"/>
                        <a:cs typeface="Times New Roman"/>
                        <a:sym typeface="Times New Roman"/>
                      </a:endParaRPr>
                    </a:p>
                    <a:p>
                      <a:pPr marL="0" lvl="0" indent="0" algn="l" rtl="0">
                        <a:spcBef>
                          <a:spcPts val="1000"/>
                        </a:spcBef>
                        <a:spcAft>
                          <a:spcPts val="0"/>
                        </a:spcAft>
                        <a:buNone/>
                      </a:pPr>
                      <a:endParaRPr sz="1200">
                        <a:latin typeface="Times New Roman"/>
                        <a:ea typeface="Times New Roman"/>
                        <a:cs typeface="Times New Roman"/>
                        <a:sym typeface="Times New Roman"/>
                      </a:endParaRPr>
                    </a:p>
                    <a:p>
                      <a:pPr marL="0" lvl="0" indent="0" algn="l" rtl="0">
                        <a:spcBef>
                          <a:spcPts val="0"/>
                        </a:spcBef>
                        <a:spcAft>
                          <a:spcPts val="0"/>
                        </a:spcAft>
                        <a:buNone/>
                      </a:pPr>
                      <a:r>
                        <a:rPr lang="en" sz="1200" u="sng">
                          <a:solidFill>
                            <a:srgbClr val="0000FF"/>
                          </a:solidFill>
                          <a:latin typeface="Times New Roman"/>
                          <a:ea typeface="Times New Roman"/>
                          <a:cs typeface="Times New Roman"/>
                          <a:sym typeface="Times New Roman"/>
                          <a:hlinkClick r:id="rId3">
                            <a:extLst>
                              <a:ext uri="{A12FA001-AC4F-418D-AE19-62706E023703}">
                                <ahyp:hlinkClr xmlns:ahyp="http://schemas.microsoft.com/office/drawing/2018/hyperlinkcolor" val="tx"/>
                              </a:ext>
                            </a:extLst>
                          </a:hlinkClick>
                        </a:rPr>
                        <a:t>Costa Rican Household Poverty Level Prediction | Kaggle</a:t>
                      </a:r>
                      <a:endParaRPr sz="1200">
                        <a:latin typeface="Times New Roman"/>
                        <a:ea typeface="Times New Roman"/>
                        <a:cs typeface="Times New Roman"/>
                        <a:sym typeface="Times New Roman"/>
                      </a:endParaRPr>
                    </a:p>
                  </a:txBody>
                  <a:tcPr marL="68575" marR="68575" marT="0" marB="0"/>
                </a:tc>
                <a:tc>
                  <a:txBody>
                    <a:bodyPr/>
                    <a:lstStyle/>
                    <a:p>
                      <a:pPr marL="0" lvl="0" indent="0" algn="l" rtl="0">
                        <a:spcBef>
                          <a:spcPts val="0"/>
                        </a:spcBef>
                        <a:spcAft>
                          <a:spcPts val="0"/>
                        </a:spcAft>
                        <a:buNone/>
                      </a:pPr>
                      <a:r>
                        <a:rPr lang="en" sz="1200">
                          <a:latin typeface="Times New Roman"/>
                          <a:ea typeface="Times New Roman"/>
                          <a:cs typeface="Times New Roman"/>
                          <a:sym typeface="Times New Roman"/>
                        </a:rPr>
                        <a:t>Data Preprocessing: </a:t>
                      </a:r>
                      <a:endParaRPr sz="1200">
                        <a:latin typeface="Times New Roman"/>
                        <a:ea typeface="Times New Roman"/>
                        <a:cs typeface="Times New Roman"/>
                        <a:sym typeface="Times New Roman"/>
                      </a:endParaRPr>
                    </a:p>
                    <a:p>
                      <a:pPr marL="0" lvl="0" indent="0" algn="l" rtl="0">
                        <a:lnSpc>
                          <a:spcPct val="115000"/>
                        </a:lnSpc>
                        <a:spcBef>
                          <a:spcPts val="0"/>
                        </a:spcBef>
                        <a:spcAft>
                          <a:spcPts val="0"/>
                        </a:spcAft>
                        <a:buNone/>
                      </a:pPr>
                      <a:r>
                        <a:rPr lang="en" sz="1200">
                          <a:latin typeface="Times New Roman"/>
                          <a:ea typeface="Times New Roman"/>
                          <a:cs typeface="Times New Roman"/>
                          <a:sym typeface="Times New Roman"/>
                        </a:rPr>
                        <a:t>Replacing missing value with mode of the column or zero - Replacing ‘yes’ and ‘no’ values with 0 and 1 </a:t>
                      </a:r>
                      <a:endParaRPr sz="1200">
                        <a:latin typeface="Times New Roman"/>
                        <a:ea typeface="Times New Roman"/>
                        <a:cs typeface="Times New Roman"/>
                        <a:sym typeface="Times New Roman"/>
                      </a:endParaRPr>
                    </a:p>
                    <a:p>
                      <a:pPr marL="0" lvl="0" indent="0" algn="l" rtl="0">
                        <a:lnSpc>
                          <a:spcPct val="115000"/>
                        </a:lnSpc>
                        <a:spcBef>
                          <a:spcPts val="0"/>
                        </a:spcBef>
                        <a:spcAft>
                          <a:spcPts val="0"/>
                        </a:spcAft>
                        <a:buNone/>
                      </a:pPr>
                      <a:r>
                        <a:rPr lang="en" sz="1200">
                          <a:latin typeface="Times New Roman"/>
                          <a:ea typeface="Times New Roman"/>
                          <a:cs typeface="Times New Roman"/>
                          <a:sym typeface="Times New Roman"/>
                        </a:rPr>
                        <a:t>Dividing the columns into categories: ID, Individual, Household, Squared - Dropping Squared columns </a:t>
                      </a:r>
                      <a:endParaRPr sz="1200">
                        <a:latin typeface="Times New Roman"/>
                        <a:ea typeface="Times New Roman"/>
                        <a:cs typeface="Times New Roman"/>
                        <a:sym typeface="Times New Roman"/>
                      </a:endParaRPr>
                    </a:p>
                    <a:p>
                      <a:pPr marL="0" lvl="0" indent="0" algn="l" rtl="0">
                        <a:lnSpc>
                          <a:spcPct val="115000"/>
                        </a:lnSpc>
                        <a:spcBef>
                          <a:spcPts val="0"/>
                        </a:spcBef>
                        <a:spcAft>
                          <a:spcPts val="0"/>
                        </a:spcAft>
                        <a:buNone/>
                      </a:pPr>
                      <a:r>
                        <a:rPr lang="en" sz="1200">
                          <a:latin typeface="Times New Roman"/>
                          <a:ea typeface="Times New Roman"/>
                          <a:cs typeface="Times New Roman"/>
                          <a:sym typeface="Times New Roman"/>
                        </a:rPr>
                        <a:t>Grouping the houses into positive and negative according to presence or absence of amenities </a:t>
                      </a:r>
                      <a:endParaRPr sz="1200">
                        <a:latin typeface="Times New Roman"/>
                        <a:ea typeface="Times New Roman"/>
                        <a:cs typeface="Times New Roman"/>
                        <a:sym typeface="Times New Roman"/>
                      </a:endParaRPr>
                    </a:p>
                    <a:p>
                      <a:pPr marL="0" lvl="0" indent="0" algn="l" rtl="0">
                        <a:spcBef>
                          <a:spcPts val="1000"/>
                        </a:spcBef>
                        <a:spcAft>
                          <a:spcPts val="0"/>
                        </a:spcAft>
                        <a:buNone/>
                      </a:pPr>
                      <a:r>
                        <a:rPr lang="en" sz="1200">
                          <a:latin typeface="Times New Roman"/>
                          <a:ea typeface="Times New Roman"/>
                          <a:cs typeface="Times New Roman"/>
                          <a:sym typeface="Times New Roman"/>
                        </a:rPr>
                        <a:t>Prediction Algorithms Used: </a:t>
                      </a:r>
                      <a:endParaRPr sz="1200">
                        <a:latin typeface="Times New Roman"/>
                        <a:ea typeface="Times New Roman"/>
                        <a:cs typeface="Times New Roman"/>
                        <a:sym typeface="Times New Roman"/>
                      </a:endParaRPr>
                    </a:p>
                    <a:p>
                      <a:pPr marL="0" lvl="0" indent="0" algn="l" rtl="0">
                        <a:lnSpc>
                          <a:spcPct val="115000"/>
                        </a:lnSpc>
                        <a:spcBef>
                          <a:spcPts val="0"/>
                        </a:spcBef>
                        <a:spcAft>
                          <a:spcPts val="0"/>
                        </a:spcAft>
                        <a:buNone/>
                      </a:pPr>
                      <a:r>
                        <a:rPr lang="en" sz="1200">
                          <a:latin typeface="Times New Roman"/>
                          <a:ea typeface="Times New Roman"/>
                          <a:cs typeface="Times New Roman"/>
                          <a:sym typeface="Times New Roman"/>
                        </a:rPr>
                        <a:t>K-Means Clustering </a:t>
                      </a:r>
                      <a:endParaRPr sz="1200">
                        <a:latin typeface="Times New Roman"/>
                        <a:ea typeface="Times New Roman"/>
                        <a:cs typeface="Times New Roman"/>
                        <a:sym typeface="Times New Roman"/>
                      </a:endParaRPr>
                    </a:p>
                    <a:p>
                      <a:pPr marL="0" lvl="0" indent="0" algn="l" rtl="0">
                        <a:lnSpc>
                          <a:spcPct val="115000"/>
                        </a:lnSpc>
                        <a:spcBef>
                          <a:spcPts val="0"/>
                        </a:spcBef>
                        <a:spcAft>
                          <a:spcPts val="0"/>
                        </a:spcAft>
                        <a:buNone/>
                      </a:pPr>
                      <a:r>
                        <a:rPr lang="en" sz="1200">
                          <a:latin typeface="Times New Roman"/>
                          <a:ea typeface="Times New Roman"/>
                          <a:cs typeface="Times New Roman"/>
                          <a:sym typeface="Times New Roman"/>
                        </a:rPr>
                        <a:t>Decision Tree </a:t>
                      </a:r>
                      <a:endParaRPr sz="1200">
                        <a:latin typeface="Times New Roman"/>
                        <a:ea typeface="Times New Roman"/>
                        <a:cs typeface="Times New Roman"/>
                        <a:sym typeface="Times New Roman"/>
                      </a:endParaRPr>
                    </a:p>
                    <a:p>
                      <a:pPr marL="0" lvl="0" indent="0" algn="l" rtl="0">
                        <a:lnSpc>
                          <a:spcPct val="115000"/>
                        </a:lnSpc>
                        <a:spcBef>
                          <a:spcPts val="0"/>
                        </a:spcBef>
                        <a:spcAft>
                          <a:spcPts val="0"/>
                        </a:spcAft>
                        <a:buNone/>
                      </a:pPr>
                      <a:r>
                        <a:rPr lang="en" sz="1200">
                          <a:latin typeface="Times New Roman"/>
                          <a:ea typeface="Times New Roman"/>
                          <a:cs typeface="Times New Roman"/>
                          <a:sym typeface="Times New Roman"/>
                        </a:rPr>
                        <a:t>Multinomial Logistic Regression </a:t>
                      </a:r>
                      <a:endParaRPr sz="1200">
                        <a:latin typeface="Times New Roman"/>
                        <a:ea typeface="Times New Roman"/>
                        <a:cs typeface="Times New Roman"/>
                        <a:sym typeface="Times New Roman"/>
                      </a:endParaRPr>
                    </a:p>
                    <a:p>
                      <a:pPr marL="0" lvl="0" indent="0" algn="l" rtl="0">
                        <a:lnSpc>
                          <a:spcPct val="115000"/>
                        </a:lnSpc>
                        <a:spcBef>
                          <a:spcPts val="0"/>
                        </a:spcBef>
                        <a:spcAft>
                          <a:spcPts val="1000"/>
                        </a:spcAft>
                        <a:buNone/>
                      </a:pPr>
                      <a:r>
                        <a:rPr lang="en" sz="1200">
                          <a:latin typeface="Times New Roman"/>
                          <a:ea typeface="Times New Roman"/>
                          <a:cs typeface="Times New Roman"/>
                          <a:sym typeface="Times New Roman"/>
                        </a:rPr>
                        <a:t>Gradient Boosting</a:t>
                      </a:r>
                      <a:endParaRPr sz="1200">
                        <a:latin typeface="Times New Roman"/>
                        <a:ea typeface="Times New Roman"/>
                        <a:cs typeface="Times New Roman"/>
                        <a:sym typeface="Times New Roman"/>
                      </a:endParaRPr>
                    </a:p>
                  </a:txBody>
                  <a:tcPr marL="68575" marR="68575" marT="0" marB="0"/>
                </a:tc>
                <a:tc>
                  <a:txBody>
                    <a:bodyPr/>
                    <a:lstStyle/>
                    <a:p>
                      <a:pPr marL="0" lvl="0" indent="0" algn="l" rtl="0">
                        <a:spcBef>
                          <a:spcPts val="0"/>
                        </a:spcBef>
                        <a:spcAft>
                          <a:spcPts val="0"/>
                        </a:spcAft>
                        <a:buNone/>
                      </a:pPr>
                      <a:r>
                        <a:rPr lang="en" sz="1200">
                          <a:latin typeface="Times New Roman"/>
                          <a:ea typeface="Times New Roman"/>
                          <a:cs typeface="Times New Roman"/>
                          <a:sym typeface="Times New Roman"/>
                        </a:rPr>
                        <a:t>Accuracy Score for the ensemble model, Residual Deviance and AIC(Akaike Information Criteria) for Multinomial logistic regression</a:t>
                      </a:r>
                      <a:endParaRPr sz="1200">
                        <a:latin typeface="Times New Roman"/>
                        <a:ea typeface="Times New Roman"/>
                        <a:cs typeface="Times New Roman"/>
                        <a:sym typeface="Times New Roman"/>
                      </a:endParaRPr>
                    </a:p>
                  </a:txBody>
                  <a:tcPr marL="68575" marR="68575" marT="0" marB="0"/>
                </a:tc>
                <a:tc>
                  <a:txBody>
                    <a:bodyPr/>
                    <a:lstStyle/>
                    <a:p>
                      <a:pPr marL="0" lvl="0" indent="0" algn="l" rtl="0">
                        <a:spcBef>
                          <a:spcPts val="0"/>
                        </a:spcBef>
                        <a:spcAft>
                          <a:spcPts val="0"/>
                        </a:spcAft>
                        <a:buNone/>
                      </a:pPr>
                      <a:r>
                        <a:rPr lang="en" sz="1200">
                          <a:latin typeface="Times New Roman"/>
                          <a:ea typeface="Times New Roman"/>
                          <a:cs typeface="Times New Roman"/>
                          <a:sym typeface="Times New Roman"/>
                        </a:rPr>
                        <a:t>Variable Importance Plot generated to discover the effective predictors. Accuracy of the model is about 92.64% observed for the validation set. The proposed model works well for the training set but needs to be tested on the testing set provided</a:t>
                      </a:r>
                      <a:endParaRPr sz="1200">
                        <a:latin typeface="Times New Roman"/>
                        <a:ea typeface="Times New Roman"/>
                        <a:cs typeface="Times New Roman"/>
                        <a:sym typeface="Times New Roman"/>
                      </a:endParaRPr>
                    </a:p>
                  </a:txBody>
                  <a:tcPr marL="68575" marR="68575" marT="0" marB="0"/>
                </a:tc>
                <a:extLst>
                  <a:ext uri="{0D108BD9-81ED-4DB2-BD59-A6C34878D82A}">
                    <a16:rowId xmlns:a16="http://schemas.microsoft.com/office/drawing/2014/main" val="10000"/>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Google Shape;184;p31"/>
          <p:cNvSpPr txBox="1">
            <a:spLocks noGrp="1"/>
          </p:cNvSpPr>
          <p:nvPr>
            <p:ph type="title"/>
          </p:nvPr>
        </p:nvSpPr>
        <p:spPr>
          <a:xfrm>
            <a:off x="822960" y="214952"/>
            <a:ext cx="7543800" cy="1088068"/>
          </a:xfrm>
          <a:prstGeom prst="rect">
            <a:avLst/>
          </a:prstGeom>
          <a:noFill/>
          <a:ln>
            <a:noFill/>
          </a:ln>
        </p:spPr>
        <p:txBody>
          <a:bodyPr spcFirstLastPara="1" wrap="square" lIns="68575" tIns="34275" rIns="68575" bIns="34275" anchor="b" anchorCtr="0">
            <a:normAutofit/>
          </a:bodyPr>
          <a:lstStyle/>
          <a:p>
            <a:pPr marL="520700" lvl="0" indent="-520700" algn="l" rtl="0">
              <a:lnSpc>
                <a:spcPct val="85000"/>
              </a:lnSpc>
              <a:spcBef>
                <a:spcPts val="0"/>
              </a:spcBef>
              <a:spcAft>
                <a:spcPts val="0"/>
              </a:spcAft>
              <a:buClr>
                <a:srgbClr val="3F3F3F"/>
              </a:buClr>
              <a:buSzPts val="3600"/>
              <a:buFont typeface="Noto Sans Symbols"/>
              <a:buChar char="❑"/>
            </a:pPr>
            <a:r>
              <a:rPr lang="en"/>
              <a:t>OBJECTIVE</a:t>
            </a:r>
            <a:endParaRPr/>
          </a:p>
        </p:txBody>
      </p:sp>
      <p:sp>
        <p:nvSpPr>
          <p:cNvPr id="185" name="Google Shape;185;p31"/>
          <p:cNvSpPr txBox="1">
            <a:spLocks noGrp="1"/>
          </p:cNvSpPr>
          <p:nvPr>
            <p:ph type="body" idx="1"/>
          </p:nvPr>
        </p:nvSpPr>
        <p:spPr>
          <a:xfrm>
            <a:off x="822950" y="1736480"/>
            <a:ext cx="7543800" cy="1774800"/>
          </a:xfrm>
          <a:prstGeom prst="rect">
            <a:avLst/>
          </a:prstGeom>
          <a:noFill/>
          <a:ln>
            <a:noFill/>
          </a:ln>
        </p:spPr>
        <p:txBody>
          <a:bodyPr spcFirstLastPara="1" wrap="square" lIns="0" tIns="34275" rIns="0" bIns="34275" anchor="t" anchorCtr="0">
            <a:noAutofit/>
          </a:bodyPr>
          <a:lstStyle/>
          <a:p>
            <a:pPr marL="63500" lvl="0" indent="-107950" algn="l" rtl="0">
              <a:lnSpc>
                <a:spcPct val="90000"/>
              </a:lnSpc>
              <a:spcBef>
                <a:spcPts val="0"/>
              </a:spcBef>
              <a:spcAft>
                <a:spcPts val="0"/>
              </a:spcAft>
              <a:buSzPts val="1700"/>
              <a:buChar char=" "/>
            </a:pPr>
            <a:r>
              <a:rPr lang="en" sz="1700" b="0" i="0" u="none" strike="noStrike">
                <a:solidFill>
                  <a:srgbClr val="000000"/>
                </a:solidFill>
                <a:latin typeface="Times New Roman"/>
                <a:ea typeface="Times New Roman"/>
                <a:cs typeface="Times New Roman"/>
                <a:sym typeface="Times New Roman"/>
              </a:rPr>
              <a:t>Through our project, we aim to provide a better classification method for the above stated problem, which takes into consideration the number of family members, gender of family members, age of family members, number of rooms in the house, presence of sanitation facility, years of schooling, etc.</a:t>
            </a:r>
            <a:r>
              <a:rPr lang="en" sz="1700" b="1" i="0" u="none" strike="noStrike">
                <a:solidFill>
                  <a:srgbClr val="202124"/>
                </a:solidFill>
                <a:latin typeface="Times New Roman"/>
                <a:ea typeface="Times New Roman"/>
                <a:cs typeface="Times New Roman"/>
                <a:sym typeface="Times New Roman"/>
              </a:rPr>
              <a:t> </a:t>
            </a:r>
            <a:r>
              <a:rPr lang="en" sz="1700" b="0" i="0" u="none" strike="noStrike">
                <a:solidFill>
                  <a:srgbClr val="000000"/>
                </a:solidFill>
                <a:latin typeface="Times New Roman"/>
                <a:ea typeface="Times New Roman"/>
                <a:cs typeface="Times New Roman"/>
                <a:sym typeface="Times New Roman"/>
              </a:rPr>
              <a:t>After understanding the data, we will build a prediction model to perform classification to segregate households into Extreme poverty households, Moderate poverty households, Vulnerable households and Non-vulnerable households.</a:t>
            </a:r>
            <a:endParaRPr sz="17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190" name="Google Shape;190;p32"/>
          <p:cNvSpPr txBox="1">
            <a:spLocks noGrp="1"/>
          </p:cNvSpPr>
          <p:nvPr>
            <p:ph type="title"/>
          </p:nvPr>
        </p:nvSpPr>
        <p:spPr>
          <a:xfrm>
            <a:off x="935185" y="1309102"/>
            <a:ext cx="7543800" cy="1088100"/>
          </a:xfrm>
          <a:prstGeom prst="rect">
            <a:avLst/>
          </a:prstGeom>
          <a:noFill/>
          <a:ln>
            <a:noFill/>
          </a:ln>
        </p:spPr>
        <p:txBody>
          <a:bodyPr spcFirstLastPara="1" wrap="square" lIns="68575" tIns="34275" rIns="68575" bIns="34275" anchor="b" anchorCtr="0">
            <a:normAutofit/>
          </a:bodyPr>
          <a:lstStyle/>
          <a:p>
            <a:pPr marL="520700" lvl="0" indent="-520700" algn="l" rtl="0">
              <a:lnSpc>
                <a:spcPct val="85000"/>
              </a:lnSpc>
              <a:spcBef>
                <a:spcPts val="0"/>
              </a:spcBef>
              <a:spcAft>
                <a:spcPts val="0"/>
              </a:spcAft>
              <a:buClr>
                <a:srgbClr val="3F3F3F"/>
              </a:buClr>
              <a:buSzPts val="3600"/>
              <a:buFont typeface="Noto Sans Symbols"/>
              <a:buChar char="❑"/>
            </a:pPr>
            <a:r>
              <a:rPr lang="en"/>
              <a:t>DATASET</a:t>
            </a:r>
            <a:endParaRPr/>
          </a:p>
        </p:txBody>
      </p:sp>
      <p:pic>
        <p:nvPicPr>
          <p:cNvPr id="191" name="Google Shape;191;p32"/>
          <p:cNvPicPr preferRelativeResize="0"/>
          <p:nvPr/>
        </p:nvPicPr>
        <p:blipFill rotWithShape="1">
          <a:blip r:embed="rId3">
            <a:alphaModFix/>
          </a:blip>
          <a:srcRect r="25672"/>
          <a:stretch/>
        </p:blipFill>
        <p:spPr>
          <a:xfrm>
            <a:off x="3591125" y="0"/>
            <a:ext cx="5433400" cy="51435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6" name="Google Shape;196;p33"/>
          <p:cNvSpPr txBox="1">
            <a:spLocks noGrp="1"/>
          </p:cNvSpPr>
          <p:nvPr>
            <p:ph type="title"/>
          </p:nvPr>
        </p:nvSpPr>
        <p:spPr>
          <a:xfrm>
            <a:off x="822960" y="214952"/>
            <a:ext cx="7543800" cy="1088068"/>
          </a:xfrm>
          <a:prstGeom prst="rect">
            <a:avLst/>
          </a:prstGeom>
          <a:noFill/>
          <a:ln>
            <a:noFill/>
          </a:ln>
        </p:spPr>
        <p:txBody>
          <a:bodyPr spcFirstLastPara="1" wrap="square" lIns="68575" tIns="34275" rIns="68575" bIns="34275" anchor="b" anchorCtr="0">
            <a:normAutofit/>
          </a:bodyPr>
          <a:lstStyle/>
          <a:p>
            <a:pPr marL="520700" lvl="0" indent="-520700" algn="l" rtl="0">
              <a:lnSpc>
                <a:spcPct val="85000"/>
              </a:lnSpc>
              <a:spcBef>
                <a:spcPts val="0"/>
              </a:spcBef>
              <a:spcAft>
                <a:spcPts val="0"/>
              </a:spcAft>
              <a:buClr>
                <a:srgbClr val="3F3F3F"/>
              </a:buClr>
              <a:buSzPts val="3600"/>
              <a:buFont typeface="Noto Sans Symbols"/>
              <a:buChar char="❑"/>
            </a:pPr>
            <a:r>
              <a:rPr lang="en"/>
              <a:t>ALGORITHMS TO BE USED</a:t>
            </a:r>
            <a:endParaRPr/>
          </a:p>
        </p:txBody>
      </p:sp>
      <p:sp>
        <p:nvSpPr>
          <p:cNvPr id="197" name="Google Shape;197;p33"/>
          <p:cNvSpPr txBox="1">
            <a:spLocks noGrp="1"/>
          </p:cNvSpPr>
          <p:nvPr>
            <p:ph type="body" idx="1"/>
          </p:nvPr>
        </p:nvSpPr>
        <p:spPr>
          <a:xfrm>
            <a:off x="822960" y="1560384"/>
            <a:ext cx="4709778" cy="1775940"/>
          </a:xfrm>
          <a:prstGeom prst="rect">
            <a:avLst/>
          </a:prstGeom>
          <a:noFill/>
          <a:ln>
            <a:noFill/>
          </a:ln>
        </p:spPr>
        <p:txBody>
          <a:bodyPr spcFirstLastPara="1" wrap="square" lIns="0" tIns="34275" rIns="0" bIns="34275" anchor="t" anchorCtr="0">
            <a:normAutofit lnSpcReduction="10000"/>
          </a:bodyPr>
          <a:lstStyle/>
          <a:p>
            <a:pPr marL="63500" lvl="0" indent="-114300" algn="l" rtl="0">
              <a:lnSpc>
                <a:spcPct val="90000"/>
              </a:lnSpc>
              <a:spcBef>
                <a:spcPts val="0"/>
              </a:spcBef>
              <a:spcAft>
                <a:spcPts val="0"/>
              </a:spcAft>
              <a:buSzPts val="1800"/>
              <a:buFont typeface="Noto Sans Symbols"/>
              <a:buChar char="⮚"/>
            </a:pPr>
            <a:r>
              <a:rPr lang="en" sz="1800" b="0" i="0" u="none" strike="noStrike">
                <a:solidFill>
                  <a:srgbClr val="000000"/>
                </a:solidFill>
                <a:latin typeface="Times New Roman"/>
                <a:ea typeface="Times New Roman"/>
                <a:cs typeface="Times New Roman"/>
                <a:sym typeface="Times New Roman"/>
              </a:rPr>
              <a:t>Random Forest</a:t>
            </a:r>
            <a:endParaRPr/>
          </a:p>
          <a:p>
            <a:pPr marL="63500" lvl="0" indent="0" algn="l" rtl="0">
              <a:lnSpc>
                <a:spcPct val="90000"/>
              </a:lnSpc>
              <a:spcBef>
                <a:spcPts val="0"/>
              </a:spcBef>
              <a:spcAft>
                <a:spcPts val="0"/>
              </a:spcAft>
              <a:buSzPts val="1800"/>
              <a:buFont typeface="Noto Sans Symbols"/>
              <a:buNone/>
            </a:pPr>
            <a:endParaRPr sz="1800" b="0" i="0" u="none" strike="noStrike">
              <a:solidFill>
                <a:srgbClr val="000000"/>
              </a:solidFill>
              <a:latin typeface="Times New Roman"/>
              <a:ea typeface="Times New Roman"/>
              <a:cs typeface="Times New Roman"/>
              <a:sym typeface="Times New Roman"/>
            </a:endParaRPr>
          </a:p>
          <a:p>
            <a:pPr marL="63500" lvl="0" indent="-114300" algn="l" rtl="0">
              <a:lnSpc>
                <a:spcPct val="90000"/>
              </a:lnSpc>
              <a:spcBef>
                <a:spcPts val="0"/>
              </a:spcBef>
              <a:spcAft>
                <a:spcPts val="0"/>
              </a:spcAft>
              <a:buSzPts val="1800"/>
              <a:buFont typeface="Noto Sans Symbols"/>
              <a:buChar char="⮚"/>
            </a:pPr>
            <a:r>
              <a:rPr lang="en" sz="1800" b="0" i="0" u="none" strike="noStrike">
                <a:solidFill>
                  <a:srgbClr val="000000"/>
                </a:solidFill>
                <a:latin typeface="Times New Roman"/>
                <a:ea typeface="Times New Roman"/>
                <a:cs typeface="Times New Roman"/>
                <a:sym typeface="Times New Roman"/>
              </a:rPr>
              <a:t>KNN Classification</a:t>
            </a:r>
            <a:endParaRPr/>
          </a:p>
          <a:p>
            <a:pPr marL="63500" lvl="0" indent="0" algn="l" rtl="0">
              <a:lnSpc>
                <a:spcPct val="90000"/>
              </a:lnSpc>
              <a:spcBef>
                <a:spcPts val="0"/>
              </a:spcBef>
              <a:spcAft>
                <a:spcPts val="0"/>
              </a:spcAft>
              <a:buSzPts val="1800"/>
              <a:buFont typeface="Noto Sans Symbols"/>
              <a:buNone/>
            </a:pPr>
            <a:endParaRPr sz="1800" b="0" i="0" u="none" strike="noStrike">
              <a:solidFill>
                <a:srgbClr val="000000"/>
              </a:solidFill>
              <a:latin typeface="Times New Roman"/>
              <a:ea typeface="Times New Roman"/>
              <a:cs typeface="Times New Roman"/>
              <a:sym typeface="Times New Roman"/>
            </a:endParaRPr>
          </a:p>
          <a:p>
            <a:pPr marL="63500" lvl="0" indent="-114300" algn="l" rtl="0">
              <a:lnSpc>
                <a:spcPct val="90000"/>
              </a:lnSpc>
              <a:spcBef>
                <a:spcPts val="0"/>
              </a:spcBef>
              <a:spcAft>
                <a:spcPts val="0"/>
              </a:spcAft>
              <a:buSzPts val="1800"/>
              <a:buFont typeface="Noto Sans Symbols"/>
              <a:buChar char="⮚"/>
            </a:pPr>
            <a:r>
              <a:rPr lang="en" sz="1800" b="0" i="0" u="none" strike="noStrike">
                <a:solidFill>
                  <a:srgbClr val="000000"/>
                </a:solidFill>
                <a:latin typeface="Times New Roman"/>
                <a:ea typeface="Times New Roman"/>
                <a:cs typeface="Times New Roman"/>
                <a:sym typeface="Times New Roman"/>
              </a:rPr>
              <a:t>Naive Bayes Classification</a:t>
            </a:r>
            <a:endParaRPr/>
          </a:p>
          <a:p>
            <a:pPr marL="63500" lvl="0" indent="0" algn="l" rtl="0">
              <a:lnSpc>
                <a:spcPct val="90000"/>
              </a:lnSpc>
              <a:spcBef>
                <a:spcPts val="0"/>
              </a:spcBef>
              <a:spcAft>
                <a:spcPts val="0"/>
              </a:spcAft>
              <a:buSzPts val="1800"/>
              <a:buFont typeface="Noto Sans Symbols"/>
              <a:buNone/>
            </a:pPr>
            <a:endParaRPr sz="1800" b="0" i="0" u="none" strike="noStrike">
              <a:solidFill>
                <a:srgbClr val="000000"/>
              </a:solidFill>
              <a:latin typeface="Times New Roman"/>
              <a:ea typeface="Times New Roman"/>
              <a:cs typeface="Times New Roman"/>
              <a:sym typeface="Times New Roman"/>
            </a:endParaRPr>
          </a:p>
          <a:p>
            <a:pPr marL="63500" lvl="0" indent="-114300" algn="l" rtl="0">
              <a:lnSpc>
                <a:spcPct val="90000"/>
              </a:lnSpc>
              <a:spcBef>
                <a:spcPts val="0"/>
              </a:spcBef>
              <a:spcAft>
                <a:spcPts val="0"/>
              </a:spcAft>
              <a:buSzPts val="1800"/>
              <a:buFont typeface="Noto Sans Symbols"/>
              <a:buChar char="⮚"/>
            </a:pPr>
            <a:r>
              <a:rPr lang="en" sz="1800" b="0" i="0" u="none" strike="noStrike">
                <a:solidFill>
                  <a:srgbClr val="000000"/>
                </a:solidFill>
                <a:latin typeface="Times New Roman"/>
                <a:ea typeface="Times New Roman"/>
                <a:cs typeface="Times New Roman"/>
                <a:sym typeface="Times New Roman"/>
              </a:rPr>
              <a:t>Gradient Boosting</a:t>
            </a:r>
            <a:endParaRPr/>
          </a:p>
          <a:p>
            <a:pPr marL="63500" lvl="0" indent="0" algn="l" rtl="0">
              <a:lnSpc>
                <a:spcPct val="90000"/>
              </a:lnSpc>
              <a:spcBef>
                <a:spcPts val="900"/>
              </a:spcBef>
              <a:spcAft>
                <a:spcPts val="0"/>
              </a:spcAft>
              <a:buSzPts val="1500"/>
              <a:buNone/>
            </a:pP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34"/>
          <p:cNvSpPr txBox="1">
            <a:spLocks noGrp="1"/>
          </p:cNvSpPr>
          <p:nvPr>
            <p:ph type="title"/>
          </p:nvPr>
        </p:nvSpPr>
        <p:spPr>
          <a:xfrm>
            <a:off x="811033" y="191098"/>
            <a:ext cx="7543800" cy="1088068"/>
          </a:xfrm>
          <a:prstGeom prst="rect">
            <a:avLst/>
          </a:prstGeom>
          <a:noFill/>
          <a:ln>
            <a:noFill/>
          </a:ln>
        </p:spPr>
        <p:txBody>
          <a:bodyPr spcFirstLastPara="1" wrap="square" lIns="68575" tIns="34275" rIns="68575" bIns="34275" anchor="b" anchorCtr="0">
            <a:normAutofit/>
          </a:bodyPr>
          <a:lstStyle/>
          <a:p>
            <a:pPr marL="520700" lvl="0" indent="-520700" algn="l" rtl="0">
              <a:lnSpc>
                <a:spcPct val="85000"/>
              </a:lnSpc>
              <a:spcBef>
                <a:spcPts val="0"/>
              </a:spcBef>
              <a:spcAft>
                <a:spcPts val="0"/>
              </a:spcAft>
              <a:buClr>
                <a:srgbClr val="3F3F3F"/>
              </a:buClr>
              <a:buSzPts val="3600"/>
              <a:buFont typeface="Noto Sans Symbols"/>
              <a:buChar char="❑"/>
            </a:pPr>
            <a:r>
              <a:rPr lang="en"/>
              <a:t>NOVELTY/FINDINGS</a:t>
            </a:r>
            <a:endParaRPr/>
          </a:p>
        </p:txBody>
      </p:sp>
      <p:sp>
        <p:nvSpPr>
          <p:cNvPr id="203" name="Google Shape;203;p34"/>
          <p:cNvSpPr txBox="1">
            <a:spLocks noGrp="1"/>
          </p:cNvSpPr>
          <p:nvPr>
            <p:ph type="body" idx="1"/>
          </p:nvPr>
        </p:nvSpPr>
        <p:spPr>
          <a:xfrm>
            <a:off x="882600" y="1598980"/>
            <a:ext cx="7543800" cy="1677300"/>
          </a:xfrm>
          <a:prstGeom prst="rect">
            <a:avLst/>
          </a:prstGeom>
          <a:noFill/>
          <a:ln>
            <a:noFill/>
          </a:ln>
        </p:spPr>
        <p:txBody>
          <a:bodyPr spcFirstLastPara="1" wrap="square" lIns="0" tIns="34275" rIns="0" bIns="34275" anchor="t" anchorCtr="0">
            <a:normAutofit/>
          </a:bodyPr>
          <a:lstStyle/>
          <a:p>
            <a:pPr marL="63500" lvl="0" indent="-107950" algn="l" rtl="0">
              <a:lnSpc>
                <a:spcPct val="90000"/>
              </a:lnSpc>
              <a:spcBef>
                <a:spcPts val="0"/>
              </a:spcBef>
              <a:spcAft>
                <a:spcPts val="0"/>
              </a:spcAft>
              <a:buSzPts val="1700"/>
              <a:buFont typeface="Noto Sans Symbols"/>
              <a:buChar char="⮚"/>
            </a:pPr>
            <a:r>
              <a:rPr lang="en" sz="1700" b="1"/>
              <a:t>We will have categorised the citizens into various groups, based on their incomes</a:t>
            </a:r>
            <a:endParaRPr sz="1700" b="1"/>
          </a:p>
          <a:p>
            <a:pPr marL="63500" lvl="0" indent="-107950" algn="l" rtl="0">
              <a:lnSpc>
                <a:spcPct val="90000"/>
              </a:lnSpc>
              <a:spcBef>
                <a:spcPts val="1100"/>
              </a:spcBef>
              <a:spcAft>
                <a:spcPts val="0"/>
              </a:spcAft>
              <a:buSzPts val="1700"/>
              <a:buFont typeface="Noto Sans Symbols"/>
              <a:buChar char="⮚"/>
            </a:pPr>
            <a:r>
              <a:rPr lang="en" sz="1700" b="1"/>
              <a:t>After the completion of our analysis, we will be able to tell which classification method is best suited for categorising the citizens on the basis of the poverty line</a:t>
            </a:r>
            <a:endParaRPr sz="1700" b="1"/>
          </a:p>
          <a:p>
            <a:pPr marL="63500" lvl="0" indent="-107950" algn="l" rtl="0">
              <a:lnSpc>
                <a:spcPct val="90000"/>
              </a:lnSpc>
              <a:spcBef>
                <a:spcPts val="1100"/>
              </a:spcBef>
              <a:spcAft>
                <a:spcPts val="0"/>
              </a:spcAft>
              <a:buSzPts val="1700"/>
              <a:buFont typeface="Noto Sans Symbols"/>
              <a:buChar char="⮚"/>
            </a:pPr>
            <a:r>
              <a:rPr lang="en" sz="1700" b="1"/>
              <a:t>We will also be able to ascertain which feature set works better- the VIM Feature set or the Correlation Feature Set </a:t>
            </a:r>
            <a:endParaRPr sz="1700" b="1"/>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35"/>
          <p:cNvSpPr txBox="1">
            <a:spLocks noGrp="1"/>
          </p:cNvSpPr>
          <p:nvPr>
            <p:ph type="title"/>
          </p:nvPr>
        </p:nvSpPr>
        <p:spPr>
          <a:xfrm>
            <a:off x="822960" y="214952"/>
            <a:ext cx="7543800" cy="1088068"/>
          </a:xfrm>
          <a:prstGeom prst="rect">
            <a:avLst/>
          </a:prstGeom>
          <a:noFill/>
          <a:ln>
            <a:noFill/>
          </a:ln>
        </p:spPr>
        <p:txBody>
          <a:bodyPr spcFirstLastPara="1" wrap="square" lIns="68575" tIns="34275" rIns="68575" bIns="34275" anchor="b" anchorCtr="0">
            <a:normAutofit/>
          </a:bodyPr>
          <a:lstStyle/>
          <a:p>
            <a:pPr marL="520700" lvl="0" indent="-520700" algn="l" rtl="0">
              <a:lnSpc>
                <a:spcPct val="85000"/>
              </a:lnSpc>
              <a:spcBef>
                <a:spcPts val="0"/>
              </a:spcBef>
              <a:spcAft>
                <a:spcPts val="0"/>
              </a:spcAft>
              <a:buClr>
                <a:srgbClr val="3F3F3F"/>
              </a:buClr>
              <a:buSzPts val="3600"/>
              <a:buFont typeface="Noto Sans Symbols"/>
              <a:buChar char="❑"/>
            </a:pPr>
            <a:r>
              <a:rPr lang="en"/>
              <a:t>CONCLUSION</a:t>
            </a:r>
            <a:endParaRPr/>
          </a:p>
        </p:txBody>
      </p:sp>
      <p:sp>
        <p:nvSpPr>
          <p:cNvPr id="209" name="Google Shape;209;p35"/>
          <p:cNvSpPr txBox="1">
            <a:spLocks noGrp="1"/>
          </p:cNvSpPr>
          <p:nvPr>
            <p:ph type="body" idx="1"/>
          </p:nvPr>
        </p:nvSpPr>
        <p:spPr>
          <a:xfrm>
            <a:off x="887825" y="1647273"/>
            <a:ext cx="7543800" cy="1088100"/>
          </a:xfrm>
          <a:prstGeom prst="rect">
            <a:avLst/>
          </a:prstGeom>
          <a:noFill/>
          <a:ln>
            <a:noFill/>
          </a:ln>
        </p:spPr>
        <p:txBody>
          <a:bodyPr spcFirstLastPara="1" wrap="square" lIns="0" tIns="34275" rIns="0" bIns="34275" anchor="t" anchorCtr="0">
            <a:noAutofit/>
          </a:bodyPr>
          <a:lstStyle/>
          <a:p>
            <a:pPr marL="63500" lvl="0" indent="-107950" algn="l" rtl="0">
              <a:lnSpc>
                <a:spcPct val="90000"/>
              </a:lnSpc>
              <a:spcBef>
                <a:spcPts val="0"/>
              </a:spcBef>
              <a:spcAft>
                <a:spcPts val="0"/>
              </a:spcAft>
              <a:buSzPts val="1700"/>
              <a:buChar char=" "/>
            </a:pPr>
            <a:r>
              <a:rPr lang="en" sz="1700" b="0" i="0" u="none" strike="noStrike">
                <a:solidFill>
                  <a:srgbClr val="000000"/>
                </a:solidFill>
                <a:latin typeface="Arial"/>
                <a:ea typeface="Arial"/>
                <a:cs typeface="Arial"/>
                <a:sym typeface="Arial"/>
              </a:rPr>
              <a:t>At the conclusion of our project, we will be able to determine how each model's accuracy varies according to the feature set. We will also be able to draw the conclusion that each model used in the VIM feature set has greater accuracy than the Correlation Feature set.</a:t>
            </a:r>
            <a:endParaRPr sz="17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4" name="Google Shape;214;p36"/>
          <p:cNvSpPr txBox="1">
            <a:spLocks noGrp="1"/>
          </p:cNvSpPr>
          <p:nvPr>
            <p:ph type="title"/>
          </p:nvPr>
        </p:nvSpPr>
        <p:spPr>
          <a:xfrm>
            <a:off x="822960" y="214952"/>
            <a:ext cx="7543800" cy="1088068"/>
          </a:xfrm>
          <a:prstGeom prst="rect">
            <a:avLst/>
          </a:prstGeom>
          <a:noFill/>
          <a:ln>
            <a:noFill/>
          </a:ln>
        </p:spPr>
        <p:txBody>
          <a:bodyPr spcFirstLastPara="1" wrap="square" lIns="68575" tIns="34275" rIns="68575" bIns="34275" anchor="b" anchorCtr="0">
            <a:normAutofit/>
          </a:bodyPr>
          <a:lstStyle/>
          <a:p>
            <a:pPr marL="520700" lvl="0" indent="-520700" algn="l" rtl="0">
              <a:lnSpc>
                <a:spcPct val="85000"/>
              </a:lnSpc>
              <a:spcBef>
                <a:spcPts val="0"/>
              </a:spcBef>
              <a:spcAft>
                <a:spcPts val="0"/>
              </a:spcAft>
              <a:buClr>
                <a:srgbClr val="3F3F3F"/>
              </a:buClr>
              <a:buSzPts val="3600"/>
              <a:buFont typeface="Noto Sans Symbols"/>
              <a:buChar char="❑"/>
            </a:pPr>
            <a:r>
              <a:rPr lang="en"/>
              <a:t>TIMELINE CHART</a:t>
            </a:r>
            <a:endParaRPr/>
          </a:p>
        </p:txBody>
      </p:sp>
      <p:sp>
        <p:nvSpPr>
          <p:cNvPr id="215" name="Google Shape;215;p36"/>
          <p:cNvSpPr txBox="1">
            <a:spLocks noGrp="1"/>
          </p:cNvSpPr>
          <p:nvPr>
            <p:ph type="body" idx="1"/>
          </p:nvPr>
        </p:nvSpPr>
        <p:spPr>
          <a:xfrm>
            <a:off x="879835" y="1555000"/>
            <a:ext cx="7543800" cy="3017400"/>
          </a:xfrm>
          <a:prstGeom prst="rect">
            <a:avLst/>
          </a:prstGeom>
          <a:noFill/>
          <a:ln>
            <a:noFill/>
          </a:ln>
        </p:spPr>
        <p:txBody>
          <a:bodyPr spcFirstLastPara="1" wrap="square" lIns="0" tIns="34275" rIns="0" bIns="34275" anchor="t" anchorCtr="0">
            <a:normAutofit/>
          </a:bodyPr>
          <a:lstStyle/>
          <a:p>
            <a:pPr marL="63500" lvl="0" indent="-95250" algn="l" rtl="0">
              <a:lnSpc>
                <a:spcPct val="90000"/>
              </a:lnSpc>
              <a:spcBef>
                <a:spcPts val="0"/>
              </a:spcBef>
              <a:spcAft>
                <a:spcPts val="0"/>
              </a:spcAft>
              <a:buSzPts val="1500"/>
              <a:buChar char=" "/>
            </a:pPr>
            <a:r>
              <a:rPr lang="en" dirty="0"/>
              <a:t>REVIEW ONE – 25</a:t>
            </a:r>
            <a:r>
              <a:rPr lang="en" baseline="30000" dirty="0"/>
              <a:t>TH</a:t>
            </a:r>
            <a:r>
              <a:rPr lang="en" dirty="0"/>
              <a:t> AUGUST, 2022</a:t>
            </a:r>
            <a:endParaRPr dirty="0"/>
          </a:p>
          <a:p>
            <a:pPr marL="63500" lvl="0" indent="0" algn="l" rtl="0">
              <a:lnSpc>
                <a:spcPct val="90000"/>
              </a:lnSpc>
              <a:spcBef>
                <a:spcPts val="1100"/>
              </a:spcBef>
              <a:spcAft>
                <a:spcPts val="0"/>
              </a:spcAft>
              <a:buSzPts val="1500"/>
              <a:buNone/>
            </a:pPr>
            <a:endParaRPr dirty="0"/>
          </a:p>
          <a:p>
            <a:pPr marL="63500" lvl="0" indent="-95250" algn="l" rtl="0">
              <a:lnSpc>
                <a:spcPct val="90000"/>
              </a:lnSpc>
              <a:spcBef>
                <a:spcPts val="1100"/>
              </a:spcBef>
              <a:spcAft>
                <a:spcPts val="0"/>
              </a:spcAft>
              <a:buSzPts val="1500"/>
              <a:buChar char=" "/>
            </a:pPr>
            <a:r>
              <a:rPr lang="en" dirty="0"/>
              <a:t>REVIEW TWO – 29</a:t>
            </a:r>
            <a:r>
              <a:rPr lang="en" baseline="30000" dirty="0"/>
              <a:t>th</a:t>
            </a:r>
            <a:r>
              <a:rPr lang="en" dirty="0"/>
              <a:t>  AUGUST,2022</a:t>
            </a:r>
            <a:endParaRPr dirty="0"/>
          </a:p>
          <a:p>
            <a:pPr marL="63500" lvl="0" indent="0" algn="l" rtl="0">
              <a:lnSpc>
                <a:spcPct val="90000"/>
              </a:lnSpc>
              <a:spcBef>
                <a:spcPts val="1100"/>
              </a:spcBef>
              <a:spcAft>
                <a:spcPts val="0"/>
              </a:spcAft>
              <a:buSzPts val="1500"/>
              <a:buNone/>
            </a:pPr>
            <a:endParaRPr dirty="0"/>
          </a:p>
          <a:p>
            <a:pPr marL="63500" lvl="0" indent="-95250" algn="l" rtl="0">
              <a:lnSpc>
                <a:spcPct val="90000"/>
              </a:lnSpc>
              <a:spcBef>
                <a:spcPts val="1100"/>
              </a:spcBef>
              <a:spcAft>
                <a:spcPts val="0"/>
              </a:spcAft>
              <a:buSzPts val="1500"/>
              <a:buChar char=" "/>
            </a:pPr>
            <a:r>
              <a:rPr lang="en" dirty="0"/>
              <a:t>REVIEW THREE </a:t>
            </a:r>
            <a:r>
              <a:rPr lang="en"/>
              <a:t>– 6</a:t>
            </a:r>
            <a:r>
              <a:rPr lang="en" baseline="30000"/>
              <a:t>th</a:t>
            </a:r>
            <a:r>
              <a:rPr lang="en"/>
              <a:t> OCTOBER</a:t>
            </a:r>
            <a:r>
              <a:rPr lang="en" dirty="0"/>
              <a:t>,2022</a:t>
            </a:r>
            <a:endParaRPr dirty="0"/>
          </a:p>
          <a:p>
            <a:pPr marL="63500" lvl="0" indent="0" algn="l" rtl="0">
              <a:lnSpc>
                <a:spcPct val="90000"/>
              </a:lnSpc>
              <a:spcBef>
                <a:spcPts val="1100"/>
              </a:spcBef>
              <a:spcAft>
                <a:spcPts val="0"/>
              </a:spcAft>
              <a:buSzPts val="1500"/>
              <a:buNone/>
            </a:pPr>
            <a:endParaRPr dirty="0"/>
          </a:p>
          <a:p>
            <a:pPr marL="63500" lvl="0" indent="0" algn="l" rtl="0">
              <a:lnSpc>
                <a:spcPct val="90000"/>
              </a:lnSpc>
              <a:spcBef>
                <a:spcPts val="1100"/>
              </a:spcBef>
              <a:spcAft>
                <a:spcPts val="0"/>
              </a:spcAft>
              <a:buSzPts val="1500"/>
              <a:buNone/>
            </a:pPr>
            <a:endParaRPr dirty="0"/>
          </a:p>
          <a:p>
            <a:pPr marL="0" lvl="0" indent="0" algn="l" rtl="0">
              <a:lnSpc>
                <a:spcPct val="90000"/>
              </a:lnSpc>
              <a:spcBef>
                <a:spcPts val="1100"/>
              </a:spcBef>
              <a:spcAft>
                <a:spcPts val="0"/>
              </a:spcAft>
              <a:buSzPts val="1500"/>
              <a:buNone/>
            </a:pPr>
            <a:endParaRPr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19"/>
        <p:cNvGrpSpPr/>
        <p:nvPr/>
      </p:nvGrpSpPr>
      <p:grpSpPr>
        <a:xfrm>
          <a:off x="0" y="0"/>
          <a:ext cx="0" cy="0"/>
          <a:chOff x="0" y="0"/>
          <a:chExt cx="0" cy="0"/>
        </a:xfrm>
      </p:grpSpPr>
      <p:sp>
        <p:nvSpPr>
          <p:cNvPr id="220" name="Google Shape;220;p37"/>
          <p:cNvSpPr txBox="1">
            <a:spLocks noGrp="1"/>
          </p:cNvSpPr>
          <p:nvPr>
            <p:ph type="title"/>
          </p:nvPr>
        </p:nvSpPr>
        <p:spPr>
          <a:xfrm>
            <a:off x="822960" y="214952"/>
            <a:ext cx="7543800" cy="1088068"/>
          </a:xfrm>
          <a:prstGeom prst="rect">
            <a:avLst/>
          </a:prstGeom>
          <a:noFill/>
          <a:ln>
            <a:noFill/>
          </a:ln>
        </p:spPr>
        <p:txBody>
          <a:bodyPr spcFirstLastPara="1" wrap="square" lIns="68575" tIns="34275" rIns="68575" bIns="34275" anchor="b" anchorCtr="0">
            <a:normAutofit/>
          </a:bodyPr>
          <a:lstStyle/>
          <a:p>
            <a:pPr marL="520700" lvl="0" indent="-520700" algn="l" rtl="0">
              <a:lnSpc>
                <a:spcPct val="85000"/>
              </a:lnSpc>
              <a:spcBef>
                <a:spcPts val="0"/>
              </a:spcBef>
              <a:spcAft>
                <a:spcPts val="0"/>
              </a:spcAft>
              <a:buClr>
                <a:srgbClr val="3F3F3F"/>
              </a:buClr>
              <a:buSzPts val="3600"/>
              <a:buFont typeface="Noto Sans Symbols"/>
              <a:buChar char="❑"/>
            </a:pPr>
            <a:r>
              <a:rPr lang="en"/>
              <a:t>REFERENCES</a:t>
            </a:r>
            <a:endParaRPr/>
          </a:p>
        </p:txBody>
      </p:sp>
      <p:sp>
        <p:nvSpPr>
          <p:cNvPr id="221" name="Google Shape;221;p37"/>
          <p:cNvSpPr txBox="1">
            <a:spLocks noGrp="1"/>
          </p:cNvSpPr>
          <p:nvPr>
            <p:ph type="body" idx="1"/>
          </p:nvPr>
        </p:nvSpPr>
        <p:spPr>
          <a:xfrm>
            <a:off x="822960" y="1532581"/>
            <a:ext cx="7543800" cy="3017520"/>
          </a:xfrm>
          <a:prstGeom prst="rect">
            <a:avLst/>
          </a:prstGeom>
          <a:noFill/>
          <a:ln>
            <a:noFill/>
          </a:ln>
        </p:spPr>
        <p:txBody>
          <a:bodyPr spcFirstLastPara="1" wrap="square" lIns="0" tIns="34275" rIns="0" bIns="34275" anchor="t" anchorCtr="0">
            <a:normAutofit/>
          </a:bodyPr>
          <a:lstStyle/>
          <a:p>
            <a:pPr marL="63500" lvl="0" indent="-95250" algn="l" rtl="0">
              <a:lnSpc>
                <a:spcPct val="90000"/>
              </a:lnSpc>
              <a:spcBef>
                <a:spcPts val="0"/>
              </a:spcBef>
              <a:spcAft>
                <a:spcPts val="0"/>
              </a:spcAft>
              <a:buSzPts val="1500"/>
              <a:buChar char=" "/>
            </a:pPr>
            <a:r>
              <a:rPr lang="en" u="sng">
                <a:solidFill>
                  <a:schemeClr val="hlink"/>
                </a:solidFill>
                <a:hlinkClick r:id="rId3"/>
              </a:rPr>
              <a:t>www.sciencedirect.com</a:t>
            </a:r>
            <a:endParaRPr/>
          </a:p>
          <a:p>
            <a:pPr marL="63500" lvl="0" indent="-95250" algn="l" rtl="0">
              <a:lnSpc>
                <a:spcPct val="90000"/>
              </a:lnSpc>
              <a:spcBef>
                <a:spcPts val="1100"/>
              </a:spcBef>
              <a:spcAft>
                <a:spcPts val="0"/>
              </a:spcAft>
              <a:buSzPts val="1500"/>
              <a:buChar char=" "/>
            </a:pPr>
            <a:r>
              <a:rPr lang="en" u="sng">
                <a:solidFill>
                  <a:schemeClr val="hlink"/>
                </a:solidFill>
                <a:hlinkClick r:id="rId4"/>
              </a:rPr>
              <a:t>www.Wikipedia.com</a:t>
            </a:r>
            <a:endParaRPr/>
          </a:p>
          <a:p>
            <a:pPr marL="63500" lvl="0" indent="-95250" algn="l" rtl="0">
              <a:lnSpc>
                <a:spcPct val="90000"/>
              </a:lnSpc>
              <a:spcBef>
                <a:spcPts val="1100"/>
              </a:spcBef>
              <a:spcAft>
                <a:spcPts val="0"/>
              </a:spcAft>
              <a:buSzPts val="1500"/>
              <a:buChar char=" "/>
            </a:pPr>
            <a:r>
              <a:rPr lang="en" u="sng">
                <a:solidFill>
                  <a:schemeClr val="hlink"/>
                </a:solidFill>
                <a:hlinkClick r:id="rId5"/>
              </a:rPr>
              <a:t>https://sci-hub.se/</a:t>
            </a:r>
            <a:endParaRPr/>
          </a:p>
          <a:p>
            <a:pPr marL="63500" lvl="0" indent="-95250" algn="l" rtl="0">
              <a:lnSpc>
                <a:spcPct val="90000"/>
              </a:lnSpc>
              <a:spcBef>
                <a:spcPts val="1100"/>
              </a:spcBef>
              <a:spcAft>
                <a:spcPts val="0"/>
              </a:spcAft>
              <a:buSzPts val="1500"/>
              <a:buChar char=" "/>
            </a:pPr>
            <a:r>
              <a:rPr lang="en" u="sng">
                <a:solidFill>
                  <a:schemeClr val="hlink"/>
                </a:solidFill>
                <a:hlinkClick r:id="rId6"/>
              </a:rPr>
              <a:t>https://ieeexplore.ieee.org</a:t>
            </a:r>
            <a:endParaRPr/>
          </a:p>
          <a:p>
            <a:pPr marL="63500" lvl="0" indent="0" algn="l" rtl="0">
              <a:lnSpc>
                <a:spcPct val="90000"/>
              </a:lnSpc>
              <a:spcBef>
                <a:spcPts val="1100"/>
              </a:spcBef>
              <a:spcAft>
                <a:spcPts val="0"/>
              </a:spcAft>
              <a:buSzPts val="1500"/>
              <a:buNone/>
            </a:pPr>
            <a:endParaRPr/>
          </a:p>
          <a:p>
            <a:pPr marL="63500" lvl="0" indent="0" algn="l" rtl="0">
              <a:lnSpc>
                <a:spcPct val="90000"/>
              </a:lnSpc>
              <a:spcBef>
                <a:spcPts val="1100"/>
              </a:spcBef>
              <a:spcAft>
                <a:spcPts val="0"/>
              </a:spcAft>
              <a:buSzPts val="1500"/>
              <a:buNone/>
            </a:pPr>
            <a:endParaRPr/>
          </a:p>
          <a:p>
            <a:pPr marL="0" lvl="0" indent="0" algn="l" rtl="0">
              <a:lnSpc>
                <a:spcPct val="90000"/>
              </a:lnSpc>
              <a:spcBef>
                <a:spcPts val="1100"/>
              </a:spcBef>
              <a:spcAft>
                <a:spcPts val="0"/>
              </a:spcAft>
              <a:buSzPts val="1500"/>
              <a:buNone/>
            </a:pPr>
            <a:endParaRPr/>
          </a:p>
          <a:p>
            <a:pPr marL="0" lvl="0" indent="0" algn="l" rtl="0">
              <a:lnSpc>
                <a:spcPct val="90000"/>
              </a:lnSpc>
              <a:spcBef>
                <a:spcPts val="1100"/>
              </a:spcBef>
              <a:spcAft>
                <a:spcPts val="0"/>
              </a:spcAft>
              <a:buSzPts val="1500"/>
              <a:buNone/>
            </a:pPr>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Retrospect">
  <a:themeElements>
    <a:clrScheme name="Retrospect">
      <a:dk1>
        <a:srgbClr val="000000"/>
      </a:dk1>
      <a:lt1>
        <a:srgbClr val="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1097</Words>
  <Application>Microsoft Office PowerPoint</Application>
  <PresentationFormat>On-screen Show (16:9)</PresentationFormat>
  <Paragraphs>121</Paragraphs>
  <Slides>13</Slides>
  <Notes>13</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13</vt:i4>
      </vt:variant>
    </vt:vector>
  </HeadingPairs>
  <TitlesOfParts>
    <vt:vector size="20" baseType="lpstr">
      <vt:lpstr>Algerian</vt:lpstr>
      <vt:lpstr>Arial</vt:lpstr>
      <vt:lpstr>Calibri</vt:lpstr>
      <vt:lpstr>Noto Sans Symbols</vt:lpstr>
      <vt:lpstr>Times New Roman</vt:lpstr>
      <vt:lpstr>Simple Light</vt:lpstr>
      <vt:lpstr>Retrospect</vt:lpstr>
      <vt:lpstr>CSE3505 – FOUNDATIONS OF DATA ANALYTICS</vt:lpstr>
      <vt:lpstr>PROBLEM STATEMENT</vt:lpstr>
      <vt:lpstr>LITERATURE SURVEY</vt:lpstr>
      <vt:lpstr>PowerPoint Presentation</vt:lpstr>
      <vt:lpstr>PowerPoint Presentation</vt:lpstr>
      <vt:lpstr>PowerPoint Presentation</vt:lpstr>
      <vt:lpstr>OBJECTIVE</vt:lpstr>
      <vt:lpstr>DATASET</vt:lpstr>
      <vt:lpstr>ALGORITHMS TO BE USED</vt:lpstr>
      <vt:lpstr>NOVELTY/FINDINGS</vt:lpstr>
      <vt:lpstr>CONCLUSION</vt:lpstr>
      <vt:lpstr>TIMELINE CHART</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CSE3505 – FOUNDATIONS OF DATA ANALYTICS</dc:title>
  <cp:lastModifiedBy>ANSH GOEL</cp:lastModifiedBy>
  <cp:revision>1</cp:revision>
  <dcterms:modified xsi:type="dcterms:W3CDTF">2022-08-23T17:11:56Z</dcterms:modified>
</cp:coreProperties>
</file>